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2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2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2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2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8283777" cy="10286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91926" y="549657"/>
            <a:ext cx="15043150" cy="25248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2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64523" y="4526287"/>
            <a:ext cx="16708755" cy="27463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70690" y="3373726"/>
            <a:ext cx="13694410" cy="328295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04139" marR="5080" indent="-92075">
              <a:lnSpc>
                <a:spcPct val="116199"/>
              </a:lnSpc>
              <a:spcBef>
                <a:spcPts val="95"/>
              </a:spcBef>
            </a:pPr>
            <a:r>
              <a:rPr dirty="0" spc="-890"/>
              <a:t>STUDENT</a:t>
            </a:r>
            <a:r>
              <a:rPr dirty="0" spc="-880"/>
              <a:t> </a:t>
            </a:r>
            <a:r>
              <a:rPr dirty="0" spc="-1475"/>
              <a:t>A</a:t>
            </a:r>
            <a:r>
              <a:rPr dirty="0" spc="-755"/>
              <a:t>T</a:t>
            </a:r>
            <a:r>
              <a:rPr dirty="0" spc="-825"/>
              <a:t>TEN</a:t>
            </a:r>
            <a:r>
              <a:rPr dirty="0" spc="-969"/>
              <a:t>D</a:t>
            </a:r>
            <a:r>
              <a:rPr dirty="0" spc="-825"/>
              <a:t>ANC</a:t>
            </a:r>
            <a:r>
              <a:rPr dirty="0" spc="-815"/>
              <a:t>E</a:t>
            </a:r>
            <a:r>
              <a:rPr dirty="0" spc="-900"/>
              <a:t> </a:t>
            </a:r>
            <a:r>
              <a:rPr dirty="0" spc="-760"/>
              <a:t>MANAGEMENT</a:t>
            </a:r>
            <a:r>
              <a:rPr dirty="0" spc="-894"/>
              <a:t> </a:t>
            </a:r>
            <a:r>
              <a:rPr dirty="0" spc="-1070"/>
              <a:t>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75" y="3323590"/>
            <a:ext cx="228600" cy="2286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75" y="5171440"/>
            <a:ext cx="228600" cy="2286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75" y="7019290"/>
            <a:ext cx="228600" cy="22860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75" y="8867140"/>
            <a:ext cx="228600" cy="228600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1382560" y="2861939"/>
            <a:ext cx="16645890" cy="6492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03325" marR="1195070">
              <a:lnSpc>
                <a:spcPct val="116599"/>
              </a:lnSpc>
              <a:spcBef>
                <a:spcPts val="100"/>
              </a:spcBef>
            </a:pPr>
            <a:r>
              <a:rPr dirty="0" sz="5200" spc="50">
                <a:latin typeface="Lucida Sans"/>
                <a:cs typeface="Lucida Sans"/>
              </a:rPr>
              <a:t>Attendance</a:t>
            </a:r>
            <a:r>
              <a:rPr dirty="0" sz="5200" spc="-340">
                <a:latin typeface="Lucida Sans"/>
                <a:cs typeface="Lucida Sans"/>
              </a:rPr>
              <a:t> </a:t>
            </a:r>
            <a:r>
              <a:rPr dirty="0" sz="5200" spc="-105">
                <a:latin typeface="Lucida Sans"/>
                <a:cs typeface="Lucida Sans"/>
              </a:rPr>
              <a:t>is</a:t>
            </a:r>
            <a:r>
              <a:rPr dirty="0" sz="5200" spc="-335">
                <a:latin typeface="Lucida Sans"/>
                <a:cs typeface="Lucida Sans"/>
              </a:rPr>
              <a:t> </a:t>
            </a:r>
            <a:r>
              <a:rPr dirty="0" sz="5200">
                <a:latin typeface="Lucida Sans"/>
                <a:cs typeface="Lucida Sans"/>
              </a:rPr>
              <a:t>an</a:t>
            </a:r>
            <a:r>
              <a:rPr dirty="0" sz="5200" spc="-335">
                <a:latin typeface="Lucida Sans"/>
                <a:cs typeface="Lucida Sans"/>
              </a:rPr>
              <a:t> </a:t>
            </a:r>
            <a:r>
              <a:rPr dirty="0" sz="5200">
                <a:latin typeface="Lucida Sans"/>
                <a:cs typeface="Lucida Sans"/>
              </a:rPr>
              <a:t>important</a:t>
            </a:r>
            <a:r>
              <a:rPr dirty="0" sz="5200" spc="-335">
                <a:latin typeface="Lucida Sans"/>
                <a:cs typeface="Lucida Sans"/>
              </a:rPr>
              <a:t> </a:t>
            </a:r>
            <a:r>
              <a:rPr dirty="0" sz="5200" spc="60">
                <a:latin typeface="Lucida Sans"/>
                <a:cs typeface="Lucida Sans"/>
              </a:rPr>
              <a:t>part</a:t>
            </a:r>
            <a:r>
              <a:rPr dirty="0" sz="5200" spc="-340">
                <a:latin typeface="Lucida Sans"/>
                <a:cs typeface="Lucida Sans"/>
              </a:rPr>
              <a:t> </a:t>
            </a:r>
            <a:r>
              <a:rPr dirty="0" sz="5200">
                <a:latin typeface="Lucida Sans"/>
                <a:cs typeface="Lucida Sans"/>
              </a:rPr>
              <a:t>of</a:t>
            </a:r>
            <a:r>
              <a:rPr dirty="0" sz="5200" spc="-335">
                <a:latin typeface="Lucida Sans"/>
                <a:cs typeface="Lucida Sans"/>
              </a:rPr>
              <a:t> </a:t>
            </a:r>
            <a:r>
              <a:rPr dirty="0" sz="5200" spc="-10">
                <a:latin typeface="Lucida Sans"/>
                <a:cs typeface="Lucida Sans"/>
              </a:rPr>
              <a:t>academic management</a:t>
            </a:r>
            <a:endParaRPr sz="5200">
              <a:latin typeface="Lucida Sans"/>
              <a:cs typeface="Lucida Sans"/>
            </a:endParaRPr>
          </a:p>
          <a:p>
            <a:pPr algn="ctr" marL="561975" marR="554355">
              <a:lnSpc>
                <a:spcPct val="116599"/>
              </a:lnSpc>
            </a:pPr>
            <a:r>
              <a:rPr dirty="0" sz="5200">
                <a:latin typeface="Lucida Sans"/>
                <a:cs typeface="Lucida Sans"/>
              </a:rPr>
              <a:t>Manual</a:t>
            </a:r>
            <a:r>
              <a:rPr dirty="0" sz="5200" spc="-330">
                <a:latin typeface="Lucida Sans"/>
                <a:cs typeface="Lucida Sans"/>
              </a:rPr>
              <a:t> </a:t>
            </a:r>
            <a:r>
              <a:rPr dirty="0" sz="5200" spc="60">
                <a:latin typeface="Lucida Sans"/>
                <a:cs typeface="Lucida Sans"/>
              </a:rPr>
              <a:t>attendance</a:t>
            </a:r>
            <a:r>
              <a:rPr dirty="0" sz="5200" spc="-325">
                <a:latin typeface="Lucida Sans"/>
                <a:cs typeface="Lucida Sans"/>
              </a:rPr>
              <a:t> </a:t>
            </a:r>
            <a:r>
              <a:rPr dirty="0" sz="5200" spc="-105">
                <a:latin typeface="Lucida Sans"/>
                <a:cs typeface="Lucida Sans"/>
              </a:rPr>
              <a:t>is</a:t>
            </a:r>
            <a:r>
              <a:rPr dirty="0" sz="5200" spc="-325">
                <a:latin typeface="Lucida Sans"/>
                <a:cs typeface="Lucida Sans"/>
              </a:rPr>
              <a:t> </a:t>
            </a:r>
            <a:r>
              <a:rPr dirty="0" sz="5200" spc="50">
                <a:latin typeface="Lucida Sans"/>
                <a:cs typeface="Lucida Sans"/>
              </a:rPr>
              <a:t>time-</a:t>
            </a:r>
            <a:r>
              <a:rPr dirty="0" sz="5200" spc="-75">
                <a:latin typeface="Lucida Sans"/>
                <a:cs typeface="Lucida Sans"/>
              </a:rPr>
              <a:t>consuming</a:t>
            </a:r>
            <a:r>
              <a:rPr dirty="0" sz="5200" spc="-330">
                <a:latin typeface="Lucida Sans"/>
                <a:cs typeface="Lucida Sans"/>
              </a:rPr>
              <a:t> </a:t>
            </a:r>
            <a:r>
              <a:rPr dirty="0" sz="5200">
                <a:latin typeface="Lucida Sans"/>
                <a:cs typeface="Lucida Sans"/>
              </a:rPr>
              <a:t>and</a:t>
            </a:r>
            <a:r>
              <a:rPr dirty="0" sz="5200" spc="-325">
                <a:latin typeface="Lucida Sans"/>
                <a:cs typeface="Lucida Sans"/>
              </a:rPr>
              <a:t> </a:t>
            </a:r>
            <a:r>
              <a:rPr dirty="0" sz="5200" spc="50">
                <a:latin typeface="Lucida Sans"/>
                <a:cs typeface="Lucida Sans"/>
              </a:rPr>
              <a:t>error- </a:t>
            </a:r>
            <a:r>
              <a:rPr dirty="0" sz="5200" spc="-10">
                <a:latin typeface="Lucida Sans"/>
                <a:cs typeface="Lucida Sans"/>
              </a:rPr>
              <a:t>prone</a:t>
            </a:r>
            <a:endParaRPr sz="5200">
              <a:latin typeface="Lucida Sans"/>
              <a:cs typeface="Lucida Sans"/>
            </a:endParaRPr>
          </a:p>
          <a:p>
            <a:pPr algn="ctr" marL="434340" marR="426720">
              <a:lnSpc>
                <a:spcPct val="116599"/>
              </a:lnSpc>
            </a:pPr>
            <a:r>
              <a:rPr dirty="0" sz="5200" spc="-135">
                <a:latin typeface="Lucida Sans"/>
                <a:cs typeface="Lucida Sans"/>
              </a:rPr>
              <a:t>This</a:t>
            </a:r>
            <a:r>
              <a:rPr dirty="0" sz="5200" spc="-275">
                <a:latin typeface="Lucida Sans"/>
                <a:cs typeface="Lucida Sans"/>
              </a:rPr>
              <a:t> </a:t>
            </a:r>
            <a:r>
              <a:rPr dirty="0" sz="5200">
                <a:latin typeface="Lucida Sans"/>
                <a:cs typeface="Lucida Sans"/>
              </a:rPr>
              <a:t>project</a:t>
            </a:r>
            <a:r>
              <a:rPr dirty="0" sz="5200" spc="-270">
                <a:latin typeface="Lucida Sans"/>
                <a:cs typeface="Lucida Sans"/>
              </a:rPr>
              <a:t> </a:t>
            </a:r>
            <a:r>
              <a:rPr dirty="0" sz="5200">
                <a:latin typeface="Lucida Sans"/>
                <a:cs typeface="Lucida Sans"/>
              </a:rPr>
              <a:t>provides</a:t>
            </a:r>
            <a:r>
              <a:rPr dirty="0" sz="5200" spc="-270">
                <a:latin typeface="Lucida Sans"/>
                <a:cs typeface="Lucida Sans"/>
              </a:rPr>
              <a:t> </a:t>
            </a:r>
            <a:r>
              <a:rPr dirty="0" sz="5200">
                <a:latin typeface="Lucida Sans"/>
                <a:cs typeface="Lucida Sans"/>
              </a:rPr>
              <a:t>a</a:t>
            </a:r>
            <a:r>
              <a:rPr dirty="0" sz="5200" spc="-270">
                <a:latin typeface="Lucida Sans"/>
                <a:cs typeface="Lucida Sans"/>
              </a:rPr>
              <a:t> </a:t>
            </a:r>
            <a:r>
              <a:rPr dirty="0" sz="5200" spc="-30">
                <a:latin typeface="Lucida Sans"/>
                <a:cs typeface="Lucida Sans"/>
              </a:rPr>
              <a:t>simple</a:t>
            </a:r>
            <a:r>
              <a:rPr dirty="0" sz="5200" spc="-270">
                <a:latin typeface="Lucida Sans"/>
                <a:cs typeface="Lucida Sans"/>
              </a:rPr>
              <a:t> </a:t>
            </a:r>
            <a:r>
              <a:rPr dirty="0" sz="5200" spc="60">
                <a:latin typeface="Lucida Sans"/>
                <a:cs typeface="Lucida Sans"/>
              </a:rPr>
              <a:t>attendance</a:t>
            </a:r>
            <a:r>
              <a:rPr dirty="0" sz="5200" spc="-270">
                <a:latin typeface="Lucida Sans"/>
                <a:cs typeface="Lucida Sans"/>
              </a:rPr>
              <a:t> </a:t>
            </a:r>
            <a:r>
              <a:rPr dirty="0" sz="5200" spc="-10">
                <a:latin typeface="Lucida Sans"/>
                <a:cs typeface="Lucida Sans"/>
              </a:rPr>
              <a:t>system </a:t>
            </a:r>
            <a:r>
              <a:rPr dirty="0" sz="5200" spc="-140">
                <a:latin typeface="Lucida Sans"/>
                <a:cs typeface="Lucida Sans"/>
              </a:rPr>
              <a:t>using</a:t>
            </a:r>
            <a:r>
              <a:rPr dirty="0" sz="5200" spc="-375">
                <a:latin typeface="Lucida Sans"/>
                <a:cs typeface="Lucida Sans"/>
              </a:rPr>
              <a:t> </a:t>
            </a:r>
            <a:r>
              <a:rPr dirty="0" sz="5200" spc="-50">
                <a:latin typeface="Lucida Sans"/>
                <a:cs typeface="Lucida Sans"/>
              </a:rPr>
              <a:t>C</a:t>
            </a:r>
            <a:endParaRPr sz="5200">
              <a:latin typeface="Lucida Sans"/>
              <a:cs typeface="Lucida Sans"/>
            </a:endParaRPr>
          </a:p>
          <a:p>
            <a:pPr algn="ctr">
              <a:lnSpc>
                <a:spcPct val="100000"/>
              </a:lnSpc>
              <a:spcBef>
                <a:spcPts val="1030"/>
              </a:spcBef>
            </a:pPr>
            <a:r>
              <a:rPr dirty="0" sz="5200" spc="114">
                <a:latin typeface="Lucida Sans"/>
                <a:cs typeface="Lucida Sans"/>
              </a:rPr>
              <a:t>It</a:t>
            </a:r>
            <a:r>
              <a:rPr dirty="0" sz="5200" spc="-300">
                <a:latin typeface="Lucida Sans"/>
                <a:cs typeface="Lucida Sans"/>
              </a:rPr>
              <a:t> </a:t>
            </a:r>
            <a:r>
              <a:rPr dirty="0" sz="5200">
                <a:latin typeface="Lucida Sans"/>
                <a:cs typeface="Lucida Sans"/>
              </a:rPr>
              <a:t>stores</a:t>
            </a:r>
            <a:r>
              <a:rPr dirty="0" sz="5200" spc="-300">
                <a:latin typeface="Lucida Sans"/>
                <a:cs typeface="Lucida Sans"/>
              </a:rPr>
              <a:t> </a:t>
            </a:r>
            <a:r>
              <a:rPr dirty="0" sz="5200">
                <a:latin typeface="Lucida Sans"/>
                <a:cs typeface="Lucida Sans"/>
              </a:rPr>
              <a:t>and</a:t>
            </a:r>
            <a:r>
              <a:rPr dirty="0" sz="5200" spc="-295">
                <a:latin typeface="Lucida Sans"/>
                <a:cs typeface="Lucida Sans"/>
              </a:rPr>
              <a:t> </a:t>
            </a:r>
            <a:r>
              <a:rPr dirty="0" sz="5200">
                <a:latin typeface="Lucida Sans"/>
                <a:cs typeface="Lucida Sans"/>
              </a:rPr>
              <a:t>displays</a:t>
            </a:r>
            <a:r>
              <a:rPr dirty="0" sz="5200" spc="-300">
                <a:latin typeface="Lucida Sans"/>
                <a:cs typeface="Lucida Sans"/>
              </a:rPr>
              <a:t> </a:t>
            </a:r>
            <a:r>
              <a:rPr dirty="0" sz="5200">
                <a:latin typeface="Lucida Sans"/>
                <a:cs typeface="Lucida Sans"/>
              </a:rPr>
              <a:t>student</a:t>
            </a:r>
            <a:r>
              <a:rPr dirty="0" sz="5200" spc="-295">
                <a:latin typeface="Lucida Sans"/>
                <a:cs typeface="Lucida Sans"/>
              </a:rPr>
              <a:t> </a:t>
            </a:r>
            <a:r>
              <a:rPr dirty="0" sz="5200" spc="60">
                <a:latin typeface="Lucida Sans"/>
                <a:cs typeface="Lucida Sans"/>
              </a:rPr>
              <a:t>attendance</a:t>
            </a:r>
            <a:r>
              <a:rPr dirty="0" sz="5200" spc="-300">
                <a:latin typeface="Lucida Sans"/>
                <a:cs typeface="Lucida Sans"/>
              </a:rPr>
              <a:t> </a:t>
            </a:r>
            <a:r>
              <a:rPr dirty="0" sz="5200" spc="40">
                <a:latin typeface="Lucida Sans"/>
                <a:cs typeface="Lucida Sans"/>
              </a:rPr>
              <a:t>efficiently</a:t>
            </a:r>
            <a:endParaRPr sz="5200">
              <a:latin typeface="Lucida Sans"/>
              <a:cs typeface="Lucida San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451949" y="677608"/>
            <a:ext cx="7264400" cy="14274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445"/>
              <a:t>Introduction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75" y="3657599"/>
            <a:ext cx="228600" cy="2286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75" y="4581524"/>
            <a:ext cx="228600" cy="2286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75" y="5505449"/>
            <a:ext cx="228600" cy="22860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75" y="6429374"/>
            <a:ext cx="228600" cy="228600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1319904" y="3195948"/>
            <a:ext cx="16292194" cy="3721100"/>
          </a:xfrm>
          <a:prstGeom prst="rect">
            <a:avLst/>
          </a:prstGeom>
        </p:spPr>
        <p:txBody>
          <a:bodyPr wrap="square" lIns="0" tIns="144145" rIns="0" bIns="0" rtlCol="0" vert="horz">
            <a:spAutoFit/>
          </a:bodyPr>
          <a:lstStyle/>
          <a:p>
            <a:pPr marL="107950">
              <a:lnSpc>
                <a:spcPct val="100000"/>
              </a:lnSpc>
              <a:spcBef>
                <a:spcPts val="1135"/>
              </a:spcBef>
            </a:pPr>
            <a:r>
              <a:rPr dirty="0" sz="5200" spc="-625">
                <a:latin typeface="Arial Black"/>
                <a:cs typeface="Arial Black"/>
              </a:rPr>
              <a:t>To</a:t>
            </a:r>
            <a:r>
              <a:rPr dirty="0" sz="5200" spc="-490">
                <a:latin typeface="Arial Black"/>
                <a:cs typeface="Arial Black"/>
              </a:rPr>
              <a:t> </a:t>
            </a:r>
            <a:r>
              <a:rPr dirty="0" sz="5200" spc="-450">
                <a:latin typeface="Arial Black"/>
                <a:cs typeface="Arial Black"/>
              </a:rPr>
              <a:t>manage</a:t>
            </a:r>
            <a:r>
              <a:rPr dirty="0" sz="5200" spc="-490">
                <a:latin typeface="Arial Black"/>
                <a:cs typeface="Arial Black"/>
              </a:rPr>
              <a:t> </a:t>
            </a:r>
            <a:r>
              <a:rPr dirty="0" sz="5200" spc="-285">
                <a:latin typeface="Arial Black"/>
                <a:cs typeface="Arial Black"/>
              </a:rPr>
              <a:t>student</a:t>
            </a:r>
            <a:r>
              <a:rPr dirty="0" sz="5200" spc="-490">
                <a:latin typeface="Arial Black"/>
                <a:cs typeface="Arial Black"/>
              </a:rPr>
              <a:t> </a:t>
            </a:r>
            <a:r>
              <a:rPr dirty="0" sz="5200" spc="-350">
                <a:latin typeface="Arial Black"/>
                <a:cs typeface="Arial Black"/>
              </a:rPr>
              <a:t>attendance</a:t>
            </a:r>
            <a:r>
              <a:rPr dirty="0" sz="5200" spc="-490">
                <a:latin typeface="Arial Black"/>
                <a:cs typeface="Arial Black"/>
              </a:rPr>
              <a:t> </a:t>
            </a:r>
            <a:r>
              <a:rPr dirty="0" sz="5200" spc="-360">
                <a:latin typeface="Arial Black"/>
                <a:cs typeface="Arial Black"/>
              </a:rPr>
              <a:t>records</a:t>
            </a:r>
            <a:endParaRPr sz="5200">
              <a:latin typeface="Arial Black"/>
              <a:cs typeface="Arial Black"/>
            </a:endParaRPr>
          </a:p>
          <a:p>
            <a:pPr marL="36195" marR="5080" indent="89535">
              <a:lnSpc>
                <a:spcPct val="116599"/>
              </a:lnSpc>
            </a:pPr>
            <a:r>
              <a:rPr dirty="0" sz="5200" spc="-625">
                <a:latin typeface="Arial Black"/>
                <a:cs typeface="Arial Black"/>
              </a:rPr>
              <a:t>To</a:t>
            </a:r>
            <a:r>
              <a:rPr dirty="0" sz="5200" spc="-495">
                <a:latin typeface="Arial Black"/>
                <a:cs typeface="Arial Black"/>
              </a:rPr>
              <a:t> </a:t>
            </a:r>
            <a:r>
              <a:rPr dirty="0" sz="5200" spc="-335">
                <a:latin typeface="Arial Black"/>
                <a:cs typeface="Arial Black"/>
              </a:rPr>
              <a:t>store</a:t>
            </a:r>
            <a:r>
              <a:rPr dirty="0" sz="5200" spc="-490">
                <a:latin typeface="Arial Black"/>
                <a:cs typeface="Arial Black"/>
              </a:rPr>
              <a:t> </a:t>
            </a:r>
            <a:r>
              <a:rPr dirty="0" sz="5200" spc="-285">
                <a:latin typeface="Arial Black"/>
                <a:cs typeface="Arial Black"/>
              </a:rPr>
              <a:t>student</a:t>
            </a:r>
            <a:r>
              <a:rPr dirty="0" sz="5200" spc="-495">
                <a:latin typeface="Arial Black"/>
                <a:cs typeface="Arial Black"/>
              </a:rPr>
              <a:t> </a:t>
            </a:r>
            <a:r>
              <a:rPr dirty="0" sz="5200" spc="-325">
                <a:latin typeface="Arial Black"/>
                <a:cs typeface="Arial Black"/>
              </a:rPr>
              <a:t>details</a:t>
            </a:r>
            <a:r>
              <a:rPr dirty="0" sz="5200" spc="-490">
                <a:latin typeface="Arial Black"/>
                <a:cs typeface="Arial Black"/>
              </a:rPr>
              <a:t> </a:t>
            </a:r>
            <a:r>
              <a:rPr dirty="0" sz="5200" spc="-385">
                <a:latin typeface="Arial Black"/>
                <a:cs typeface="Arial Black"/>
              </a:rPr>
              <a:t>like</a:t>
            </a:r>
            <a:r>
              <a:rPr dirty="0" sz="5200" spc="-495">
                <a:latin typeface="Arial Black"/>
                <a:cs typeface="Arial Black"/>
              </a:rPr>
              <a:t> </a:t>
            </a:r>
            <a:r>
              <a:rPr dirty="0" sz="5200" spc="-185">
                <a:latin typeface="Arial Black"/>
                <a:cs typeface="Arial Black"/>
              </a:rPr>
              <a:t>roll</a:t>
            </a:r>
            <a:r>
              <a:rPr dirty="0" sz="5200" spc="-490">
                <a:latin typeface="Arial Black"/>
                <a:cs typeface="Arial Black"/>
              </a:rPr>
              <a:t> </a:t>
            </a:r>
            <a:r>
              <a:rPr dirty="0" sz="5200" spc="-265">
                <a:latin typeface="Arial Black"/>
                <a:cs typeface="Arial Black"/>
              </a:rPr>
              <a:t>number</a:t>
            </a:r>
            <a:r>
              <a:rPr dirty="0" sz="5200" spc="-495">
                <a:latin typeface="Arial Black"/>
                <a:cs typeface="Arial Black"/>
              </a:rPr>
              <a:t> </a:t>
            </a:r>
            <a:r>
              <a:rPr dirty="0" sz="5200" spc="-295">
                <a:latin typeface="Arial Black"/>
                <a:cs typeface="Arial Black"/>
              </a:rPr>
              <a:t>and</a:t>
            </a:r>
            <a:r>
              <a:rPr dirty="0" sz="5200" spc="-490">
                <a:latin typeface="Arial Black"/>
                <a:cs typeface="Arial Black"/>
              </a:rPr>
              <a:t> </a:t>
            </a:r>
            <a:r>
              <a:rPr dirty="0" sz="5200" spc="-409">
                <a:latin typeface="Arial Black"/>
                <a:cs typeface="Arial Black"/>
              </a:rPr>
              <a:t>name </a:t>
            </a:r>
            <a:r>
              <a:rPr dirty="0" sz="5200" spc="-625">
                <a:latin typeface="Arial Black"/>
                <a:cs typeface="Arial Black"/>
              </a:rPr>
              <a:t>To</a:t>
            </a:r>
            <a:r>
              <a:rPr dirty="0" sz="5200" spc="-505">
                <a:latin typeface="Arial Black"/>
                <a:cs typeface="Arial Black"/>
              </a:rPr>
              <a:t> </a:t>
            </a:r>
            <a:r>
              <a:rPr dirty="0" sz="5200" spc="-305">
                <a:latin typeface="Arial Black"/>
                <a:cs typeface="Arial Black"/>
              </a:rPr>
              <a:t>record</a:t>
            </a:r>
            <a:r>
              <a:rPr dirty="0" sz="5200" spc="-500">
                <a:latin typeface="Arial Black"/>
                <a:cs typeface="Arial Black"/>
              </a:rPr>
              <a:t> </a:t>
            </a:r>
            <a:r>
              <a:rPr dirty="0" sz="5200" spc="-345">
                <a:latin typeface="Arial Black"/>
                <a:cs typeface="Arial Black"/>
              </a:rPr>
              <a:t>date,</a:t>
            </a:r>
            <a:r>
              <a:rPr dirty="0" sz="5200" spc="-500">
                <a:latin typeface="Arial Black"/>
                <a:cs typeface="Arial Black"/>
              </a:rPr>
              <a:t> </a:t>
            </a:r>
            <a:r>
              <a:rPr dirty="0" sz="5200" spc="-400">
                <a:latin typeface="Arial Black"/>
                <a:cs typeface="Arial Black"/>
              </a:rPr>
              <a:t>day,</a:t>
            </a:r>
            <a:r>
              <a:rPr dirty="0" sz="5200" spc="-500">
                <a:latin typeface="Arial Black"/>
                <a:cs typeface="Arial Black"/>
              </a:rPr>
              <a:t> </a:t>
            </a:r>
            <a:r>
              <a:rPr dirty="0" sz="5200" spc="-295">
                <a:latin typeface="Arial Black"/>
                <a:cs typeface="Arial Black"/>
              </a:rPr>
              <a:t>and</a:t>
            </a:r>
            <a:r>
              <a:rPr dirty="0" sz="5200" spc="-500">
                <a:latin typeface="Arial Black"/>
                <a:cs typeface="Arial Black"/>
              </a:rPr>
              <a:t> </a:t>
            </a:r>
            <a:r>
              <a:rPr dirty="0" sz="5200" spc="-350">
                <a:latin typeface="Arial Black"/>
                <a:cs typeface="Arial Black"/>
              </a:rPr>
              <a:t>attendance</a:t>
            </a:r>
            <a:r>
              <a:rPr dirty="0" sz="5200" spc="-500">
                <a:latin typeface="Arial Black"/>
                <a:cs typeface="Arial Black"/>
              </a:rPr>
              <a:t> </a:t>
            </a:r>
            <a:r>
              <a:rPr dirty="0" sz="5200" spc="-395">
                <a:latin typeface="Arial Black"/>
                <a:cs typeface="Arial Black"/>
              </a:rPr>
              <a:t>status</a:t>
            </a:r>
            <a:endParaRPr sz="52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dirty="0" sz="5200" spc="-625">
                <a:latin typeface="Arial Black"/>
                <a:cs typeface="Arial Black"/>
              </a:rPr>
              <a:t>To</a:t>
            </a:r>
            <a:r>
              <a:rPr dirty="0" sz="5200" spc="-495">
                <a:latin typeface="Arial Black"/>
                <a:cs typeface="Arial Black"/>
              </a:rPr>
              <a:t> </a:t>
            </a:r>
            <a:r>
              <a:rPr dirty="0" sz="5200" spc="-295">
                <a:latin typeface="Arial Black"/>
                <a:cs typeface="Arial Black"/>
              </a:rPr>
              <a:t>display</a:t>
            </a:r>
            <a:r>
              <a:rPr dirty="0" sz="5200" spc="-495">
                <a:latin typeface="Arial Black"/>
                <a:cs typeface="Arial Black"/>
              </a:rPr>
              <a:t> </a:t>
            </a:r>
            <a:r>
              <a:rPr dirty="0" sz="5200" spc="-350">
                <a:latin typeface="Arial Black"/>
                <a:cs typeface="Arial Black"/>
              </a:rPr>
              <a:t>attendance</a:t>
            </a:r>
            <a:r>
              <a:rPr dirty="0" sz="5200" spc="-495">
                <a:latin typeface="Arial Black"/>
                <a:cs typeface="Arial Black"/>
              </a:rPr>
              <a:t> </a:t>
            </a:r>
            <a:r>
              <a:rPr dirty="0" sz="5200" spc="-235">
                <a:latin typeface="Arial Black"/>
                <a:cs typeface="Arial Black"/>
              </a:rPr>
              <a:t>in</a:t>
            </a:r>
            <a:r>
              <a:rPr dirty="0" sz="5200" spc="-495">
                <a:latin typeface="Arial Black"/>
                <a:cs typeface="Arial Black"/>
              </a:rPr>
              <a:t> </a:t>
            </a:r>
            <a:r>
              <a:rPr dirty="0" sz="5200" spc="-520">
                <a:latin typeface="Arial Black"/>
                <a:cs typeface="Arial Black"/>
              </a:rPr>
              <a:t>a</a:t>
            </a:r>
            <a:r>
              <a:rPr dirty="0" sz="5200" spc="-495">
                <a:latin typeface="Arial Black"/>
                <a:cs typeface="Arial Black"/>
              </a:rPr>
              <a:t> </a:t>
            </a:r>
            <a:r>
              <a:rPr dirty="0" sz="5200" spc="-295">
                <a:latin typeface="Arial Black"/>
                <a:cs typeface="Arial Black"/>
              </a:rPr>
              <a:t>structured</a:t>
            </a:r>
            <a:r>
              <a:rPr dirty="0" sz="5200" spc="-490">
                <a:latin typeface="Arial Black"/>
                <a:cs typeface="Arial Black"/>
              </a:rPr>
              <a:t> </a:t>
            </a:r>
            <a:r>
              <a:rPr dirty="0" sz="5200" spc="-10">
                <a:latin typeface="Arial Black"/>
                <a:cs typeface="Arial Black"/>
              </a:rPr>
              <a:t>format</a:t>
            </a:r>
            <a:endParaRPr sz="5200">
              <a:latin typeface="Arial Black"/>
              <a:cs typeface="Arial Black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60691" rIns="0" bIns="0" rtlCol="0" vert="horz">
            <a:spAutoFit/>
          </a:bodyPr>
          <a:lstStyle/>
          <a:p>
            <a:pPr marL="4587240">
              <a:lnSpc>
                <a:spcPct val="100000"/>
              </a:lnSpc>
              <a:spcBef>
                <a:spcPts val="100"/>
              </a:spcBef>
            </a:pPr>
            <a:r>
              <a:rPr dirty="0" spc="-615"/>
              <a:t>Objectives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75" y="3657599"/>
            <a:ext cx="228600" cy="2286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75" y="4581524"/>
            <a:ext cx="228600" cy="2286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75" y="5505449"/>
            <a:ext cx="228600" cy="22860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75" y="6429374"/>
            <a:ext cx="228600" cy="228600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1405924" y="3195948"/>
            <a:ext cx="11303635" cy="3721100"/>
          </a:xfrm>
          <a:prstGeom prst="rect">
            <a:avLst/>
          </a:prstGeom>
        </p:spPr>
        <p:txBody>
          <a:bodyPr wrap="square" lIns="0" tIns="144145" rIns="0" bIns="0" rtlCol="0" vert="horz">
            <a:spAutoFit/>
          </a:bodyPr>
          <a:lstStyle/>
          <a:p>
            <a:pPr marL="109220">
              <a:lnSpc>
                <a:spcPct val="100000"/>
              </a:lnSpc>
              <a:spcBef>
                <a:spcPts val="1135"/>
              </a:spcBef>
            </a:pPr>
            <a:r>
              <a:rPr dirty="0" sz="5200" spc="-530">
                <a:latin typeface="Arial Black"/>
                <a:cs typeface="Arial Black"/>
              </a:rPr>
              <a:t>Uses</a:t>
            </a:r>
            <a:r>
              <a:rPr dirty="0" sz="5200" spc="-500">
                <a:latin typeface="Arial Black"/>
                <a:cs typeface="Arial Black"/>
              </a:rPr>
              <a:t> </a:t>
            </a:r>
            <a:r>
              <a:rPr dirty="0" sz="5200" spc="-340">
                <a:latin typeface="Arial Black"/>
                <a:cs typeface="Arial Black"/>
              </a:rPr>
              <a:t>structures</a:t>
            </a:r>
            <a:r>
              <a:rPr dirty="0" sz="5200" spc="-500">
                <a:latin typeface="Arial Black"/>
                <a:cs typeface="Arial Black"/>
              </a:rPr>
              <a:t> </a:t>
            </a:r>
            <a:r>
              <a:rPr dirty="0" sz="5200" spc="-235">
                <a:latin typeface="Arial Black"/>
                <a:cs typeface="Arial Black"/>
              </a:rPr>
              <a:t>in</a:t>
            </a:r>
            <a:r>
              <a:rPr dirty="0" sz="5200" spc="-500">
                <a:latin typeface="Arial Black"/>
                <a:cs typeface="Arial Black"/>
              </a:rPr>
              <a:t> C</a:t>
            </a:r>
            <a:endParaRPr sz="5200">
              <a:latin typeface="Arial Black"/>
              <a:cs typeface="Arial Black"/>
            </a:endParaRPr>
          </a:p>
          <a:p>
            <a:pPr marL="12700" marR="5080" indent="53340">
              <a:lnSpc>
                <a:spcPct val="116599"/>
              </a:lnSpc>
            </a:pPr>
            <a:r>
              <a:rPr dirty="0" sz="5200" spc="-375">
                <a:latin typeface="Arial Black"/>
                <a:cs typeface="Arial Black"/>
              </a:rPr>
              <a:t>Stores</a:t>
            </a:r>
            <a:r>
              <a:rPr dirty="0" sz="5200" spc="-480">
                <a:latin typeface="Arial Black"/>
                <a:cs typeface="Arial Black"/>
              </a:rPr>
              <a:t> </a:t>
            </a:r>
            <a:r>
              <a:rPr dirty="0" sz="5200" spc="-240">
                <a:latin typeface="Arial Black"/>
                <a:cs typeface="Arial Black"/>
              </a:rPr>
              <a:t>multiple</a:t>
            </a:r>
            <a:r>
              <a:rPr dirty="0" sz="5200" spc="-480">
                <a:latin typeface="Arial Black"/>
                <a:cs typeface="Arial Black"/>
              </a:rPr>
              <a:t> </a:t>
            </a:r>
            <a:r>
              <a:rPr dirty="0" sz="5200" spc="-285">
                <a:latin typeface="Arial Black"/>
                <a:cs typeface="Arial Black"/>
              </a:rPr>
              <a:t>student</a:t>
            </a:r>
            <a:r>
              <a:rPr dirty="0" sz="5200" spc="-480">
                <a:latin typeface="Arial Black"/>
                <a:cs typeface="Arial Black"/>
              </a:rPr>
              <a:t> </a:t>
            </a:r>
            <a:r>
              <a:rPr dirty="0" sz="5200" spc="-360">
                <a:latin typeface="Arial Black"/>
                <a:cs typeface="Arial Black"/>
              </a:rPr>
              <a:t>records </a:t>
            </a:r>
            <a:r>
              <a:rPr dirty="0" sz="5200" spc="-330">
                <a:latin typeface="Arial Black"/>
                <a:cs typeface="Arial Black"/>
              </a:rPr>
              <a:t>Displays</a:t>
            </a:r>
            <a:r>
              <a:rPr dirty="0" sz="5200" spc="-490">
                <a:latin typeface="Arial Black"/>
                <a:cs typeface="Arial Black"/>
              </a:rPr>
              <a:t> </a:t>
            </a:r>
            <a:r>
              <a:rPr dirty="0" sz="5200" spc="-350">
                <a:latin typeface="Arial Black"/>
                <a:cs typeface="Arial Black"/>
              </a:rPr>
              <a:t>attendance</a:t>
            </a:r>
            <a:r>
              <a:rPr dirty="0" sz="5200" spc="-490">
                <a:latin typeface="Arial Black"/>
                <a:cs typeface="Arial Black"/>
              </a:rPr>
              <a:t> </a:t>
            </a:r>
            <a:r>
              <a:rPr dirty="0" sz="5200" spc="-325">
                <a:latin typeface="Arial Black"/>
                <a:cs typeface="Arial Black"/>
              </a:rPr>
              <a:t>details</a:t>
            </a:r>
            <a:r>
              <a:rPr dirty="0" sz="5200" spc="-484">
                <a:latin typeface="Arial Black"/>
                <a:cs typeface="Arial Black"/>
              </a:rPr>
              <a:t> </a:t>
            </a:r>
            <a:r>
              <a:rPr dirty="0" sz="5200" spc="-325">
                <a:latin typeface="Arial Black"/>
                <a:cs typeface="Arial Black"/>
              </a:rPr>
              <a:t>clearly </a:t>
            </a:r>
            <a:r>
              <a:rPr dirty="0" sz="5200" spc="-455">
                <a:latin typeface="Arial Black"/>
                <a:cs typeface="Arial Black"/>
              </a:rPr>
              <a:t>Reduces</a:t>
            </a:r>
            <a:r>
              <a:rPr dirty="0" sz="5200" spc="-500">
                <a:latin typeface="Arial Black"/>
                <a:cs typeface="Arial Black"/>
              </a:rPr>
              <a:t> </a:t>
            </a:r>
            <a:r>
              <a:rPr dirty="0" sz="5200" spc="-340">
                <a:latin typeface="Arial Black"/>
                <a:cs typeface="Arial Black"/>
              </a:rPr>
              <a:t>manual</a:t>
            </a:r>
            <a:r>
              <a:rPr dirty="0" sz="5200" spc="-495">
                <a:latin typeface="Arial Black"/>
                <a:cs typeface="Arial Black"/>
              </a:rPr>
              <a:t> </a:t>
            </a:r>
            <a:r>
              <a:rPr dirty="0" sz="5200" spc="-490">
                <a:latin typeface="Arial Black"/>
                <a:cs typeface="Arial Black"/>
              </a:rPr>
              <a:t>work</a:t>
            </a:r>
            <a:endParaRPr sz="5200">
              <a:latin typeface="Arial Black"/>
              <a:cs typeface="Arial Black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0183" rIns="0" bIns="0" rtlCol="0" vert="horz">
            <a:spAutoFit/>
          </a:bodyPr>
          <a:lstStyle/>
          <a:p>
            <a:pPr marL="721995">
              <a:lnSpc>
                <a:spcPct val="100000"/>
              </a:lnSpc>
              <a:spcBef>
                <a:spcPts val="100"/>
              </a:spcBef>
            </a:pPr>
            <a:r>
              <a:rPr dirty="0" spc="-710"/>
              <a:t>Features</a:t>
            </a:r>
            <a:r>
              <a:rPr dirty="0" spc="-894"/>
              <a:t> </a:t>
            </a:r>
            <a:r>
              <a:rPr dirty="0" spc="-225"/>
              <a:t>of</a:t>
            </a:r>
            <a:r>
              <a:rPr dirty="0" spc="-894"/>
              <a:t> </a:t>
            </a:r>
            <a:r>
              <a:rPr dirty="0" spc="-475"/>
              <a:t>the</a:t>
            </a:r>
            <a:r>
              <a:rPr dirty="0" spc="-890"/>
              <a:t> </a:t>
            </a:r>
            <a:r>
              <a:rPr dirty="0" spc="-730"/>
              <a:t>System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75" y="3643627"/>
            <a:ext cx="228600" cy="2286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75" y="4567552"/>
            <a:ext cx="228600" cy="2286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75" y="5491477"/>
            <a:ext cx="228600" cy="22860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19262" y="6410640"/>
            <a:ext cx="238125" cy="238125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19262" y="7334565"/>
            <a:ext cx="238125" cy="238125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19262" y="8258490"/>
            <a:ext cx="238125" cy="238125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1383607" y="3181976"/>
            <a:ext cx="9098280" cy="55689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1750" marR="713740" indent="-19685">
              <a:lnSpc>
                <a:spcPct val="116599"/>
              </a:lnSpc>
              <a:spcBef>
                <a:spcPts val="100"/>
              </a:spcBef>
            </a:pPr>
            <a:r>
              <a:rPr dirty="0" sz="5200" spc="-360">
                <a:latin typeface="Arial Black"/>
                <a:cs typeface="Arial Black"/>
              </a:rPr>
              <a:t>Programming</a:t>
            </a:r>
            <a:r>
              <a:rPr dirty="0" sz="5200" spc="-475">
                <a:latin typeface="Arial Black"/>
                <a:cs typeface="Arial Black"/>
              </a:rPr>
              <a:t> </a:t>
            </a:r>
            <a:r>
              <a:rPr dirty="0" sz="5200" spc="-440">
                <a:latin typeface="Arial Black"/>
                <a:cs typeface="Arial Black"/>
              </a:rPr>
              <a:t>Language:</a:t>
            </a:r>
            <a:r>
              <a:rPr dirty="0" sz="5200" spc="-475">
                <a:latin typeface="Arial Black"/>
                <a:cs typeface="Arial Black"/>
              </a:rPr>
              <a:t> </a:t>
            </a:r>
            <a:r>
              <a:rPr dirty="0" sz="5200" spc="-500">
                <a:latin typeface="Arial Black"/>
                <a:cs typeface="Arial Black"/>
              </a:rPr>
              <a:t>C </a:t>
            </a:r>
            <a:r>
              <a:rPr dirty="0" sz="5200" spc="-275">
                <a:latin typeface="Arial Black"/>
                <a:cs typeface="Arial Black"/>
              </a:rPr>
              <a:t>Compiler:</a:t>
            </a:r>
            <a:r>
              <a:rPr dirty="0" sz="5200" spc="-505">
                <a:latin typeface="Arial Black"/>
                <a:cs typeface="Arial Black"/>
              </a:rPr>
              <a:t> </a:t>
            </a:r>
            <a:r>
              <a:rPr dirty="0" sz="5200" spc="-475">
                <a:latin typeface="Arial Black"/>
                <a:cs typeface="Arial Black"/>
              </a:rPr>
              <a:t>GCC</a:t>
            </a:r>
            <a:r>
              <a:rPr dirty="0" sz="5200" spc="-509">
                <a:latin typeface="Arial Black"/>
                <a:cs typeface="Arial Black"/>
              </a:rPr>
              <a:t> </a:t>
            </a:r>
            <a:r>
              <a:rPr dirty="0" sz="5200" spc="725">
                <a:latin typeface="Arial Black"/>
                <a:cs typeface="Arial Black"/>
              </a:rPr>
              <a:t>/</a:t>
            </a:r>
            <a:r>
              <a:rPr dirty="0" sz="5200" spc="-505">
                <a:latin typeface="Arial Black"/>
                <a:cs typeface="Arial Black"/>
              </a:rPr>
              <a:t> </a:t>
            </a:r>
            <a:r>
              <a:rPr dirty="0" sz="5200" spc="-330">
                <a:latin typeface="Arial Black"/>
                <a:cs typeface="Arial Black"/>
              </a:rPr>
              <a:t>Turbo</a:t>
            </a:r>
            <a:r>
              <a:rPr dirty="0" sz="5200" spc="-505">
                <a:latin typeface="Arial Black"/>
                <a:cs typeface="Arial Black"/>
              </a:rPr>
              <a:t> </a:t>
            </a:r>
            <a:r>
              <a:rPr dirty="0" sz="5200" spc="-500">
                <a:latin typeface="Arial Black"/>
                <a:cs typeface="Arial Black"/>
              </a:rPr>
              <a:t>C </a:t>
            </a:r>
            <a:r>
              <a:rPr dirty="0" sz="5200" spc="-355">
                <a:latin typeface="Arial Black"/>
                <a:cs typeface="Arial Black"/>
              </a:rPr>
              <a:t>Concepts</a:t>
            </a:r>
            <a:r>
              <a:rPr dirty="0" sz="5200" spc="-490">
                <a:latin typeface="Arial Black"/>
                <a:cs typeface="Arial Black"/>
              </a:rPr>
              <a:t> </a:t>
            </a:r>
            <a:r>
              <a:rPr dirty="0" sz="5200" spc="-405">
                <a:latin typeface="Arial Black"/>
                <a:cs typeface="Arial Black"/>
              </a:rPr>
              <a:t>Used:</a:t>
            </a:r>
            <a:endParaRPr sz="5200">
              <a:latin typeface="Arial Black"/>
              <a:cs typeface="Arial Black"/>
            </a:endParaRPr>
          </a:p>
          <a:p>
            <a:pPr marL="1609090" marR="4030345" indent="40005">
              <a:lnSpc>
                <a:spcPct val="116599"/>
              </a:lnSpc>
            </a:pPr>
            <a:r>
              <a:rPr dirty="0" sz="5200" spc="-350">
                <a:latin typeface="Arial Black"/>
                <a:cs typeface="Arial Black"/>
              </a:rPr>
              <a:t>Structures </a:t>
            </a:r>
            <a:r>
              <a:rPr dirty="0" sz="5200" spc="-375">
                <a:latin typeface="Arial Black"/>
                <a:cs typeface="Arial Black"/>
              </a:rPr>
              <a:t>Arrays</a:t>
            </a:r>
            <a:endParaRPr sz="5200">
              <a:latin typeface="Arial Black"/>
              <a:cs typeface="Arial Black"/>
            </a:endParaRPr>
          </a:p>
          <a:p>
            <a:pPr marL="1516380">
              <a:lnSpc>
                <a:spcPct val="100000"/>
              </a:lnSpc>
              <a:spcBef>
                <a:spcPts val="1030"/>
              </a:spcBef>
            </a:pPr>
            <a:r>
              <a:rPr dirty="0" sz="5200" spc="-140">
                <a:latin typeface="Arial Black"/>
                <a:cs typeface="Arial Black"/>
              </a:rPr>
              <a:t>Input/Output</a:t>
            </a:r>
            <a:r>
              <a:rPr dirty="0" sz="5200" spc="-430">
                <a:latin typeface="Arial Black"/>
                <a:cs typeface="Arial Black"/>
              </a:rPr>
              <a:t> </a:t>
            </a:r>
            <a:r>
              <a:rPr dirty="0" sz="5200" spc="-290">
                <a:latin typeface="Arial Black"/>
                <a:cs typeface="Arial Black"/>
              </a:rPr>
              <a:t>functions</a:t>
            </a:r>
            <a:endParaRPr sz="5200">
              <a:latin typeface="Arial Black"/>
              <a:cs typeface="Arial Black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60691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450"/>
              <a:t>T</a:t>
            </a:r>
            <a:r>
              <a:rPr dirty="0" spc="-665"/>
              <a:t>ool</a:t>
            </a:r>
            <a:r>
              <a:rPr dirty="0" spc="-655"/>
              <a:t>s</a:t>
            </a:r>
            <a:r>
              <a:rPr dirty="0" spc="-860"/>
              <a:t> </a:t>
            </a:r>
            <a:r>
              <a:rPr dirty="0" spc="-2045"/>
              <a:t>&amp;</a:t>
            </a:r>
            <a:r>
              <a:rPr dirty="0" spc="-860"/>
              <a:t> </a:t>
            </a:r>
            <a:r>
              <a:rPr dirty="0" spc="-1475"/>
              <a:t>T</a:t>
            </a:r>
            <a:r>
              <a:rPr dirty="0" spc="-690"/>
              <a:t>echnol</a:t>
            </a:r>
            <a:r>
              <a:rPr dirty="0" spc="-725"/>
              <a:t>o</a:t>
            </a:r>
            <a:r>
              <a:rPr dirty="0" spc="-690"/>
              <a:t>gie</a:t>
            </a:r>
            <a:r>
              <a:rPr dirty="0" spc="-680"/>
              <a:t>s</a:t>
            </a:r>
            <a:r>
              <a:rPr dirty="0" spc="-860"/>
              <a:t> </a:t>
            </a:r>
            <a:r>
              <a:rPr dirty="0" spc="-745"/>
              <a:t>Used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939925" y="2861939"/>
            <a:ext cx="6619240" cy="6492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30985" marR="313690" indent="-1518920">
              <a:lnSpc>
                <a:spcPct val="116599"/>
              </a:lnSpc>
              <a:spcBef>
                <a:spcPts val="100"/>
              </a:spcBef>
            </a:pPr>
            <a:r>
              <a:rPr dirty="0" sz="5200" spc="-315">
                <a:latin typeface="Arial Black"/>
                <a:cs typeface="Arial Black"/>
              </a:rPr>
              <a:t>struct</a:t>
            </a:r>
            <a:r>
              <a:rPr dirty="0" sz="5200" spc="-500">
                <a:latin typeface="Arial Black"/>
                <a:cs typeface="Arial Black"/>
              </a:rPr>
              <a:t> </a:t>
            </a:r>
            <a:r>
              <a:rPr dirty="0" sz="5200" spc="-340">
                <a:latin typeface="Arial Black"/>
                <a:cs typeface="Arial Black"/>
              </a:rPr>
              <a:t>Attendance</a:t>
            </a:r>
            <a:r>
              <a:rPr dirty="0" sz="5200" spc="-500">
                <a:latin typeface="Arial Black"/>
                <a:cs typeface="Arial Black"/>
              </a:rPr>
              <a:t> </a:t>
            </a:r>
            <a:r>
              <a:rPr dirty="0" sz="5200" spc="-50">
                <a:latin typeface="Arial Black"/>
                <a:cs typeface="Arial Black"/>
              </a:rPr>
              <a:t>{ </a:t>
            </a:r>
            <a:r>
              <a:rPr dirty="0" sz="5200" spc="-210">
                <a:latin typeface="Arial Black"/>
                <a:cs typeface="Arial Black"/>
              </a:rPr>
              <a:t>int</a:t>
            </a:r>
            <a:r>
              <a:rPr dirty="0" sz="5200" spc="-495">
                <a:latin typeface="Arial Black"/>
                <a:cs typeface="Arial Black"/>
              </a:rPr>
              <a:t> </a:t>
            </a:r>
            <a:r>
              <a:rPr dirty="0" sz="5200" spc="-10">
                <a:latin typeface="Arial Black"/>
                <a:cs typeface="Arial Black"/>
              </a:rPr>
              <a:t>roll;</a:t>
            </a:r>
            <a:endParaRPr sz="5200">
              <a:latin typeface="Arial Black"/>
              <a:cs typeface="Arial Black"/>
            </a:endParaRPr>
          </a:p>
          <a:p>
            <a:pPr marL="1553845" marR="5080" indent="11430">
              <a:lnSpc>
                <a:spcPct val="116599"/>
              </a:lnSpc>
            </a:pPr>
            <a:r>
              <a:rPr dirty="0" sz="5200" spc="-370">
                <a:latin typeface="Arial Black"/>
                <a:cs typeface="Arial Black"/>
              </a:rPr>
              <a:t>char</a:t>
            </a:r>
            <a:r>
              <a:rPr dirty="0" sz="5200" spc="-500">
                <a:latin typeface="Arial Black"/>
                <a:cs typeface="Arial Black"/>
              </a:rPr>
              <a:t> </a:t>
            </a:r>
            <a:r>
              <a:rPr dirty="0" sz="5200" spc="-290">
                <a:latin typeface="Arial Black"/>
                <a:cs typeface="Arial Black"/>
              </a:rPr>
              <a:t>name[30]; </a:t>
            </a:r>
            <a:r>
              <a:rPr dirty="0" sz="5200" spc="-370">
                <a:latin typeface="Arial Black"/>
                <a:cs typeface="Arial Black"/>
              </a:rPr>
              <a:t>char</a:t>
            </a:r>
            <a:r>
              <a:rPr dirty="0" sz="5200" spc="-500">
                <a:latin typeface="Arial Black"/>
                <a:cs typeface="Arial Black"/>
              </a:rPr>
              <a:t> </a:t>
            </a:r>
            <a:r>
              <a:rPr dirty="0" sz="5200" spc="-355">
                <a:latin typeface="Arial Black"/>
                <a:cs typeface="Arial Black"/>
              </a:rPr>
              <a:t>date[15]; </a:t>
            </a:r>
            <a:r>
              <a:rPr dirty="0" sz="5200" spc="-370">
                <a:latin typeface="Arial Black"/>
                <a:cs typeface="Arial Black"/>
              </a:rPr>
              <a:t>char</a:t>
            </a:r>
            <a:r>
              <a:rPr dirty="0" sz="5200" spc="-500">
                <a:latin typeface="Arial Black"/>
                <a:cs typeface="Arial Black"/>
              </a:rPr>
              <a:t> </a:t>
            </a:r>
            <a:r>
              <a:rPr dirty="0" sz="5200" spc="-295">
                <a:latin typeface="Arial Black"/>
                <a:cs typeface="Arial Black"/>
              </a:rPr>
              <a:t>day[10]; </a:t>
            </a:r>
            <a:r>
              <a:rPr dirty="0" sz="5200" spc="-370">
                <a:latin typeface="Arial Black"/>
                <a:cs typeface="Arial Black"/>
              </a:rPr>
              <a:t>char</a:t>
            </a:r>
            <a:r>
              <a:rPr dirty="0" sz="5200" spc="-500">
                <a:latin typeface="Arial Black"/>
                <a:cs typeface="Arial Black"/>
              </a:rPr>
              <a:t> </a:t>
            </a:r>
            <a:r>
              <a:rPr dirty="0" sz="5200" spc="-345">
                <a:latin typeface="Arial Black"/>
                <a:cs typeface="Arial Black"/>
              </a:rPr>
              <a:t>status[10];</a:t>
            </a:r>
            <a:endParaRPr sz="5200">
              <a:latin typeface="Arial Black"/>
              <a:cs typeface="Arial Black"/>
            </a:endParaRPr>
          </a:p>
          <a:p>
            <a:pPr marL="3168015">
              <a:lnSpc>
                <a:spcPct val="100000"/>
              </a:lnSpc>
              <a:spcBef>
                <a:spcPts val="1030"/>
              </a:spcBef>
            </a:pPr>
            <a:r>
              <a:rPr dirty="0" sz="5200" spc="-25">
                <a:latin typeface="Arial Black"/>
                <a:cs typeface="Arial Black"/>
              </a:rPr>
              <a:t>};</a:t>
            </a:r>
            <a:endParaRPr sz="520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999699" y="729501"/>
            <a:ext cx="11632565" cy="14274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75"/>
              <a:t>Data</a:t>
            </a:r>
            <a:r>
              <a:rPr dirty="0" spc="-890"/>
              <a:t> </a:t>
            </a:r>
            <a:r>
              <a:rPr dirty="0" spc="-540"/>
              <a:t>Structure</a:t>
            </a:r>
            <a:r>
              <a:rPr dirty="0" spc="-885"/>
              <a:t> </a:t>
            </a:r>
            <a:r>
              <a:rPr dirty="0" spc="-745"/>
              <a:t>Used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70545" y="2733984"/>
            <a:ext cx="12085955" cy="4645025"/>
          </a:xfrm>
          <a:prstGeom prst="rect">
            <a:avLst/>
          </a:prstGeom>
        </p:spPr>
        <p:txBody>
          <a:bodyPr wrap="square" lIns="0" tIns="144145" rIns="0" bIns="0" rtlCol="0" vert="horz">
            <a:spAutoFit/>
          </a:bodyPr>
          <a:lstStyle/>
          <a:p>
            <a:pPr marL="891540" indent="-831215">
              <a:lnSpc>
                <a:spcPct val="100000"/>
              </a:lnSpc>
              <a:spcBef>
                <a:spcPts val="1135"/>
              </a:spcBef>
              <a:buFont typeface="Lucida Sans"/>
              <a:buAutoNum type="arabicPeriod"/>
              <a:tabLst>
                <a:tab pos="891540" algn="l"/>
              </a:tabLst>
            </a:pPr>
            <a:r>
              <a:rPr dirty="0" sz="5200" spc="-315">
                <a:latin typeface="Arial Black"/>
                <a:cs typeface="Arial Black"/>
              </a:rPr>
              <a:t>Enter</a:t>
            </a:r>
            <a:r>
              <a:rPr dirty="0" sz="5200" spc="-495">
                <a:latin typeface="Arial Black"/>
                <a:cs typeface="Arial Black"/>
              </a:rPr>
              <a:t> </a:t>
            </a:r>
            <a:r>
              <a:rPr dirty="0" sz="5200" spc="-265">
                <a:latin typeface="Arial Black"/>
                <a:cs typeface="Arial Black"/>
              </a:rPr>
              <a:t>number</a:t>
            </a:r>
            <a:r>
              <a:rPr dirty="0" sz="5200" spc="-495">
                <a:latin typeface="Arial Black"/>
                <a:cs typeface="Arial Black"/>
              </a:rPr>
              <a:t> </a:t>
            </a:r>
            <a:r>
              <a:rPr dirty="0" sz="5200" spc="-125">
                <a:latin typeface="Arial Black"/>
                <a:cs typeface="Arial Black"/>
              </a:rPr>
              <a:t>of</a:t>
            </a:r>
            <a:r>
              <a:rPr dirty="0" sz="5200" spc="-495">
                <a:latin typeface="Arial Black"/>
                <a:cs typeface="Arial Black"/>
              </a:rPr>
              <a:t> </a:t>
            </a:r>
            <a:r>
              <a:rPr dirty="0" sz="5200" spc="-335">
                <a:latin typeface="Arial Black"/>
                <a:cs typeface="Arial Black"/>
              </a:rPr>
              <a:t>students</a:t>
            </a:r>
            <a:endParaRPr sz="5200">
              <a:latin typeface="Arial Black"/>
              <a:cs typeface="Arial Black"/>
            </a:endParaRPr>
          </a:p>
          <a:p>
            <a:pPr marL="868680" indent="-819150">
              <a:lnSpc>
                <a:spcPct val="100000"/>
              </a:lnSpc>
              <a:spcBef>
                <a:spcPts val="1035"/>
              </a:spcBef>
              <a:buFont typeface="Lucida Sans"/>
              <a:buAutoNum type="arabicPeriod"/>
              <a:tabLst>
                <a:tab pos="868680" algn="l"/>
              </a:tabLst>
            </a:pPr>
            <a:r>
              <a:rPr dirty="0" sz="5200" spc="-220">
                <a:latin typeface="Arial Black"/>
                <a:cs typeface="Arial Black"/>
              </a:rPr>
              <a:t>Input</a:t>
            </a:r>
            <a:r>
              <a:rPr dirty="0" sz="5200" spc="-484">
                <a:latin typeface="Arial Black"/>
                <a:cs typeface="Arial Black"/>
              </a:rPr>
              <a:t> </a:t>
            </a:r>
            <a:r>
              <a:rPr dirty="0" sz="5200" spc="-285">
                <a:latin typeface="Arial Black"/>
                <a:cs typeface="Arial Black"/>
              </a:rPr>
              <a:t>student</a:t>
            </a:r>
            <a:r>
              <a:rPr dirty="0" sz="5200" spc="-480">
                <a:latin typeface="Arial Black"/>
                <a:cs typeface="Arial Black"/>
              </a:rPr>
              <a:t> </a:t>
            </a:r>
            <a:r>
              <a:rPr dirty="0" sz="5200" spc="-335">
                <a:latin typeface="Arial Black"/>
                <a:cs typeface="Arial Black"/>
              </a:rPr>
              <a:t>details</a:t>
            </a:r>
            <a:endParaRPr sz="5200">
              <a:latin typeface="Arial Black"/>
              <a:cs typeface="Arial Black"/>
            </a:endParaRPr>
          </a:p>
          <a:p>
            <a:pPr marL="902335" indent="-873125">
              <a:lnSpc>
                <a:spcPct val="100000"/>
              </a:lnSpc>
              <a:spcBef>
                <a:spcPts val="1035"/>
              </a:spcBef>
              <a:buFont typeface="Lucida Sans"/>
              <a:buAutoNum type="arabicPeriod"/>
              <a:tabLst>
                <a:tab pos="902335" algn="l"/>
              </a:tabLst>
            </a:pPr>
            <a:r>
              <a:rPr dirty="0" sz="5200" spc="-315">
                <a:latin typeface="Arial Black"/>
                <a:cs typeface="Arial Black"/>
              </a:rPr>
              <a:t>Enter</a:t>
            </a:r>
            <a:r>
              <a:rPr dirty="0" sz="5200" spc="-500">
                <a:latin typeface="Arial Black"/>
                <a:cs typeface="Arial Black"/>
              </a:rPr>
              <a:t> </a:t>
            </a:r>
            <a:r>
              <a:rPr dirty="0" sz="5200" spc="-335">
                <a:latin typeface="Arial Black"/>
                <a:cs typeface="Arial Black"/>
              </a:rPr>
              <a:t>date</a:t>
            </a:r>
            <a:r>
              <a:rPr dirty="0" sz="5200" spc="-500">
                <a:latin typeface="Arial Black"/>
                <a:cs typeface="Arial Black"/>
              </a:rPr>
              <a:t> </a:t>
            </a:r>
            <a:r>
              <a:rPr dirty="0" sz="5200" spc="-295">
                <a:latin typeface="Arial Black"/>
                <a:cs typeface="Arial Black"/>
              </a:rPr>
              <a:t>and</a:t>
            </a:r>
            <a:r>
              <a:rPr dirty="0" sz="5200" spc="-500">
                <a:latin typeface="Arial Black"/>
                <a:cs typeface="Arial Black"/>
              </a:rPr>
              <a:t> </a:t>
            </a:r>
            <a:r>
              <a:rPr dirty="0" sz="5200" spc="-330">
                <a:latin typeface="Arial Black"/>
                <a:cs typeface="Arial Black"/>
              </a:rPr>
              <a:t>day</a:t>
            </a:r>
            <a:endParaRPr sz="5200">
              <a:latin typeface="Arial Black"/>
              <a:cs typeface="Arial Black"/>
            </a:endParaRPr>
          </a:p>
          <a:p>
            <a:pPr marL="945515" indent="-932815">
              <a:lnSpc>
                <a:spcPct val="100000"/>
              </a:lnSpc>
              <a:spcBef>
                <a:spcPts val="1035"/>
              </a:spcBef>
              <a:buFont typeface="Lucida Sans"/>
              <a:buAutoNum type="arabicPeriod"/>
              <a:tabLst>
                <a:tab pos="945515" algn="l"/>
              </a:tabLst>
            </a:pPr>
            <a:r>
              <a:rPr dirty="0" sz="5200" spc="-370">
                <a:latin typeface="Arial Black"/>
                <a:cs typeface="Arial Black"/>
              </a:rPr>
              <a:t>Mark</a:t>
            </a:r>
            <a:r>
              <a:rPr dirty="0" sz="5200" spc="-495">
                <a:latin typeface="Arial Black"/>
                <a:cs typeface="Arial Black"/>
              </a:rPr>
              <a:t> </a:t>
            </a:r>
            <a:r>
              <a:rPr dirty="0" sz="5200" spc="-350">
                <a:latin typeface="Arial Black"/>
                <a:cs typeface="Arial Black"/>
              </a:rPr>
              <a:t>attendance</a:t>
            </a:r>
            <a:r>
              <a:rPr dirty="0" sz="5200" spc="-490">
                <a:latin typeface="Arial Black"/>
                <a:cs typeface="Arial Black"/>
              </a:rPr>
              <a:t> </a:t>
            </a:r>
            <a:r>
              <a:rPr dirty="0" sz="5200" spc="-285">
                <a:latin typeface="Arial Black"/>
                <a:cs typeface="Arial Black"/>
              </a:rPr>
              <a:t>(Present/Absent)</a:t>
            </a:r>
            <a:endParaRPr sz="5200">
              <a:latin typeface="Arial Black"/>
              <a:cs typeface="Arial Black"/>
            </a:endParaRPr>
          </a:p>
          <a:p>
            <a:pPr marL="906780" indent="-885190">
              <a:lnSpc>
                <a:spcPct val="100000"/>
              </a:lnSpc>
              <a:spcBef>
                <a:spcPts val="1035"/>
              </a:spcBef>
              <a:buFont typeface="Lucida Sans"/>
              <a:buAutoNum type="arabicPeriod"/>
              <a:tabLst>
                <a:tab pos="906780" algn="l"/>
              </a:tabLst>
            </a:pPr>
            <a:r>
              <a:rPr dirty="0" sz="5200" spc="-290">
                <a:latin typeface="Arial Black"/>
                <a:cs typeface="Arial Black"/>
              </a:rPr>
              <a:t>Display</a:t>
            </a:r>
            <a:r>
              <a:rPr dirty="0" sz="5200" spc="-490">
                <a:latin typeface="Arial Black"/>
                <a:cs typeface="Arial Black"/>
              </a:rPr>
              <a:t> </a:t>
            </a:r>
            <a:r>
              <a:rPr dirty="0" sz="5200" spc="-350">
                <a:latin typeface="Arial Black"/>
                <a:cs typeface="Arial Black"/>
              </a:rPr>
              <a:t>attendance</a:t>
            </a:r>
            <a:r>
              <a:rPr dirty="0" sz="5200" spc="-490">
                <a:latin typeface="Arial Black"/>
                <a:cs typeface="Arial Black"/>
              </a:rPr>
              <a:t> </a:t>
            </a:r>
            <a:r>
              <a:rPr dirty="0" sz="5200" spc="-360">
                <a:latin typeface="Arial Black"/>
                <a:cs typeface="Arial Black"/>
              </a:rPr>
              <a:t>records</a:t>
            </a:r>
            <a:endParaRPr sz="520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16520" y="549657"/>
            <a:ext cx="10530205" cy="14274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650"/>
              <a:t>Program</a:t>
            </a:r>
            <a:r>
              <a:rPr dirty="0" spc="-880"/>
              <a:t> </a:t>
            </a:r>
            <a:r>
              <a:rPr dirty="0" spc="-615"/>
              <a:t>Workflow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611317" y="3635127"/>
            <a:ext cx="8091170" cy="817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200" spc="254">
                <a:latin typeface="Arial Black"/>
                <a:cs typeface="Arial Black"/>
              </a:rPr>
              <a:t>--</a:t>
            </a:r>
            <a:r>
              <a:rPr dirty="0" sz="5200" spc="260">
                <a:latin typeface="Arial Black"/>
                <a:cs typeface="Arial Black"/>
              </a:rPr>
              <a:t>-</a:t>
            </a:r>
            <a:r>
              <a:rPr dirty="0" sz="5200" spc="-505">
                <a:latin typeface="Arial Black"/>
                <a:cs typeface="Arial Black"/>
              </a:rPr>
              <a:t> </a:t>
            </a:r>
            <a:r>
              <a:rPr dirty="0" sz="5200" spc="-340">
                <a:latin typeface="Arial Black"/>
                <a:cs typeface="Arial Black"/>
              </a:rPr>
              <a:t>Attendance</a:t>
            </a:r>
            <a:r>
              <a:rPr dirty="0" sz="5200" spc="-500">
                <a:latin typeface="Arial Black"/>
                <a:cs typeface="Arial Black"/>
              </a:rPr>
              <a:t> </a:t>
            </a:r>
            <a:r>
              <a:rPr dirty="0" sz="5200" spc="-385">
                <a:latin typeface="Arial Black"/>
                <a:cs typeface="Arial Black"/>
              </a:rPr>
              <a:t>Record</a:t>
            </a:r>
            <a:r>
              <a:rPr dirty="0" sz="5200" spc="-500">
                <a:latin typeface="Arial Black"/>
                <a:cs typeface="Arial Black"/>
              </a:rPr>
              <a:t> </a:t>
            </a:r>
            <a:r>
              <a:rPr dirty="0" sz="5200" spc="254">
                <a:latin typeface="Arial Black"/>
                <a:cs typeface="Arial Black"/>
              </a:rPr>
              <a:t>--</a:t>
            </a:r>
            <a:r>
              <a:rPr dirty="0" sz="5200" spc="210">
                <a:latin typeface="Arial Black"/>
                <a:cs typeface="Arial Black"/>
              </a:rPr>
              <a:t>-</a:t>
            </a:r>
            <a:endParaRPr sz="5200">
              <a:latin typeface="Arial Black"/>
              <a:cs typeface="Arial Black"/>
            </a:endParaRPr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502623" y="4526287"/>
          <a:ext cx="16708755" cy="27463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78025"/>
                <a:gridCol w="3537585"/>
                <a:gridCol w="4538980"/>
                <a:gridCol w="3383915"/>
                <a:gridCol w="3194050"/>
              </a:tblGrid>
              <a:tr h="91122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5200" spc="-315">
                          <a:latin typeface="Arial Black"/>
                          <a:cs typeface="Arial Black"/>
                        </a:rPr>
                        <a:t>Roll</a:t>
                      </a:r>
                      <a:endParaRPr sz="5200">
                        <a:latin typeface="Arial Black"/>
                        <a:cs typeface="Arial Black"/>
                      </a:endParaRPr>
                    </a:p>
                  </a:txBody>
                  <a:tcPr marL="0" marR="0" marB="0" marT="45085"/>
                </a:tc>
                <a:tc>
                  <a:txBody>
                    <a:bodyPr/>
                    <a:lstStyle/>
                    <a:p>
                      <a:pPr marL="1020444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5200" spc="-434">
                          <a:latin typeface="Arial Black"/>
                          <a:cs typeface="Arial Black"/>
                        </a:rPr>
                        <a:t>Name</a:t>
                      </a:r>
                      <a:endParaRPr sz="5200">
                        <a:latin typeface="Arial Black"/>
                        <a:cs typeface="Arial Black"/>
                      </a:endParaRPr>
                    </a:p>
                  </a:txBody>
                  <a:tcPr marL="0" marR="0" marB="0" marT="45085"/>
                </a:tc>
                <a:tc>
                  <a:txBody>
                    <a:bodyPr/>
                    <a:lstStyle/>
                    <a:p>
                      <a:pPr marL="249110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5200" spc="-350">
                          <a:latin typeface="Arial Black"/>
                          <a:cs typeface="Arial Black"/>
                        </a:rPr>
                        <a:t>Date</a:t>
                      </a:r>
                      <a:endParaRPr sz="5200">
                        <a:latin typeface="Arial Black"/>
                        <a:cs typeface="Arial Black"/>
                      </a:endParaRPr>
                    </a:p>
                  </a:txBody>
                  <a:tcPr marL="0" marR="0" marB="0" marT="45085"/>
                </a:tc>
                <a:tc>
                  <a:txBody>
                    <a:bodyPr/>
                    <a:lstStyle/>
                    <a:p>
                      <a:pPr marL="88773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5200" spc="-325">
                          <a:latin typeface="Arial Black"/>
                          <a:cs typeface="Arial Black"/>
                        </a:rPr>
                        <a:t>Day</a:t>
                      </a:r>
                      <a:endParaRPr sz="5200">
                        <a:latin typeface="Arial Black"/>
                        <a:cs typeface="Arial Black"/>
                      </a:endParaRPr>
                    </a:p>
                  </a:txBody>
                  <a:tcPr marL="0" marR="0" marB="0" marT="45085"/>
                </a:tc>
                <a:tc>
                  <a:txBody>
                    <a:bodyPr/>
                    <a:lstStyle/>
                    <a:p>
                      <a:pPr marL="109410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5200" spc="-390">
                          <a:latin typeface="Arial Black"/>
                          <a:cs typeface="Arial Black"/>
                        </a:rPr>
                        <a:t>Status</a:t>
                      </a:r>
                      <a:endParaRPr sz="5200">
                        <a:latin typeface="Arial Black"/>
                        <a:cs typeface="Arial Black"/>
                      </a:endParaRPr>
                    </a:p>
                  </a:txBody>
                  <a:tcPr marL="0" marR="0" marB="0" marT="45085"/>
                </a:tc>
              </a:tr>
              <a:tr h="923925">
                <a:tc>
                  <a:txBody>
                    <a:bodyPr/>
                    <a:lstStyle/>
                    <a:p>
                      <a:pPr marL="222250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dirty="0" sz="5200" spc="-780">
                          <a:latin typeface="Arial Black"/>
                          <a:cs typeface="Arial Black"/>
                        </a:rPr>
                        <a:t>1</a:t>
                      </a:r>
                      <a:endParaRPr sz="5200">
                        <a:latin typeface="Arial Black"/>
                        <a:cs typeface="Arial Black"/>
                      </a:endParaRPr>
                    </a:p>
                  </a:txBody>
                  <a:tcPr marL="0" marR="0" marB="0" marT="57785"/>
                </a:tc>
                <a:tc>
                  <a:txBody>
                    <a:bodyPr/>
                    <a:lstStyle/>
                    <a:p>
                      <a:pPr marL="772160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dirty="0" sz="5200" spc="-430">
                          <a:latin typeface="Arial Black"/>
                          <a:cs typeface="Arial Black"/>
                        </a:rPr>
                        <a:t>Ravi</a:t>
                      </a:r>
                      <a:endParaRPr sz="5200">
                        <a:latin typeface="Arial Black"/>
                        <a:cs typeface="Arial Black"/>
                      </a:endParaRPr>
                    </a:p>
                  </a:txBody>
                  <a:tcPr marL="0" marR="0" marB="0" marT="57785"/>
                </a:tc>
                <a:tc>
                  <a:txBody>
                    <a:bodyPr/>
                    <a:lstStyle/>
                    <a:p>
                      <a:pPr algn="r" marR="303530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dirty="0" sz="5200" spc="-270">
                          <a:latin typeface="Arial Black"/>
                          <a:cs typeface="Arial Black"/>
                        </a:rPr>
                        <a:t>15/12/2025</a:t>
                      </a:r>
                      <a:endParaRPr sz="5200">
                        <a:latin typeface="Arial Black"/>
                        <a:cs typeface="Arial Black"/>
                      </a:endParaRPr>
                    </a:p>
                  </a:txBody>
                  <a:tcPr marL="0" marR="0" marB="0" marT="57785"/>
                </a:tc>
                <a:tc>
                  <a:txBody>
                    <a:bodyPr/>
                    <a:lstStyle/>
                    <a:p>
                      <a:pPr marL="311150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dirty="0" sz="5200" spc="-70">
                          <a:latin typeface="Arial Black"/>
                          <a:cs typeface="Arial Black"/>
                        </a:rPr>
                        <a:t>Monday</a:t>
                      </a:r>
                      <a:endParaRPr sz="5200">
                        <a:latin typeface="Arial Black"/>
                        <a:cs typeface="Arial Black"/>
                      </a:endParaRPr>
                    </a:p>
                  </a:txBody>
                  <a:tcPr marL="0" marR="0" marB="0" marT="57785"/>
                </a:tc>
                <a:tc>
                  <a:txBody>
                    <a:bodyPr/>
                    <a:lstStyle/>
                    <a:p>
                      <a:pPr marL="165100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dirty="0" sz="5200" spc="-375">
                          <a:latin typeface="Arial Black"/>
                          <a:cs typeface="Arial Black"/>
                        </a:rPr>
                        <a:t>Present</a:t>
                      </a:r>
                      <a:endParaRPr sz="5200">
                        <a:latin typeface="Arial Black"/>
                        <a:cs typeface="Arial Black"/>
                      </a:endParaRPr>
                    </a:p>
                  </a:txBody>
                  <a:tcPr marL="0" marR="0" marB="0" marT="57785"/>
                </a:tc>
              </a:tr>
              <a:tr h="911225">
                <a:tc>
                  <a:txBody>
                    <a:bodyPr/>
                    <a:lstStyle/>
                    <a:p>
                      <a:pPr marL="278130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dirty="0" sz="5200" spc="-640">
                          <a:latin typeface="Arial Black"/>
                          <a:cs typeface="Arial Black"/>
                        </a:rPr>
                        <a:t>2</a:t>
                      </a:r>
                      <a:endParaRPr sz="5200">
                        <a:latin typeface="Arial Black"/>
                        <a:cs typeface="Arial Black"/>
                      </a:endParaRPr>
                    </a:p>
                  </a:txBody>
                  <a:tcPr marL="0" marR="0" marB="0" marT="57785"/>
                </a:tc>
                <a:tc>
                  <a:txBody>
                    <a:bodyPr/>
                    <a:lstStyle/>
                    <a:p>
                      <a:pPr marL="692150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dirty="0" sz="5200" spc="-330">
                          <a:latin typeface="Arial Black"/>
                          <a:cs typeface="Arial Black"/>
                        </a:rPr>
                        <a:t>Anu</a:t>
                      </a:r>
                      <a:endParaRPr sz="5200">
                        <a:latin typeface="Arial Black"/>
                        <a:cs typeface="Arial Black"/>
                      </a:endParaRPr>
                    </a:p>
                  </a:txBody>
                  <a:tcPr marL="0" marR="0" marB="0" marT="57785"/>
                </a:tc>
                <a:tc>
                  <a:txBody>
                    <a:bodyPr/>
                    <a:lstStyle/>
                    <a:p>
                      <a:pPr algn="r" marR="323215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dirty="0" sz="5200" spc="-270">
                          <a:latin typeface="Arial Black"/>
                          <a:cs typeface="Arial Black"/>
                        </a:rPr>
                        <a:t>15/12/2025</a:t>
                      </a:r>
                      <a:endParaRPr sz="5200">
                        <a:latin typeface="Arial Black"/>
                        <a:cs typeface="Arial Black"/>
                      </a:endParaRPr>
                    </a:p>
                  </a:txBody>
                  <a:tcPr marL="0" marR="0" marB="0" marT="57785"/>
                </a:tc>
                <a:tc>
                  <a:txBody>
                    <a:bodyPr/>
                    <a:lstStyle/>
                    <a:p>
                      <a:pPr algn="ctr" marL="437515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dirty="0" sz="5200" spc="-70">
                          <a:latin typeface="Arial Black"/>
                          <a:cs typeface="Arial Black"/>
                        </a:rPr>
                        <a:t>Monday</a:t>
                      </a:r>
                      <a:endParaRPr sz="5200">
                        <a:latin typeface="Arial Black"/>
                        <a:cs typeface="Arial Black"/>
                      </a:endParaRPr>
                    </a:p>
                  </a:txBody>
                  <a:tcPr marL="0" marR="0" marB="0" marT="57785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dirty="0" sz="5200" spc="-350">
                          <a:latin typeface="Arial Black"/>
                          <a:cs typeface="Arial Black"/>
                        </a:rPr>
                        <a:t>Absent</a:t>
                      </a:r>
                      <a:endParaRPr sz="5200">
                        <a:latin typeface="Arial Black"/>
                        <a:cs typeface="Arial Black"/>
                      </a:endParaRPr>
                    </a:p>
                  </a:txBody>
                  <a:tcPr marL="0" marR="0" marB="0" marT="57785"/>
                </a:tc>
              </a:tr>
            </a:tbl>
          </a:graphicData>
        </a:graphic>
      </p:graphicFrame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60691" rIns="0" bIns="0" rtlCol="0" vert="horz">
            <a:spAutoFit/>
          </a:bodyPr>
          <a:lstStyle/>
          <a:p>
            <a:pPr marL="3087370">
              <a:lnSpc>
                <a:spcPct val="100000"/>
              </a:lnSpc>
              <a:spcBef>
                <a:spcPts val="100"/>
              </a:spcBef>
            </a:pPr>
            <a:r>
              <a:rPr dirty="0" spc="-660"/>
              <a:t>Sample</a:t>
            </a:r>
            <a:r>
              <a:rPr dirty="0" spc="-885"/>
              <a:t> </a:t>
            </a:r>
            <a:r>
              <a:rPr dirty="0" spc="-370"/>
              <a:t>Output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75" y="3657599"/>
            <a:ext cx="228600" cy="2286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75" y="4581524"/>
            <a:ext cx="228600" cy="2286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75" y="5505449"/>
            <a:ext cx="228600" cy="22860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75" y="6429374"/>
            <a:ext cx="228600" cy="228600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1294606" y="3195948"/>
            <a:ext cx="8555355" cy="3721100"/>
          </a:xfrm>
          <a:prstGeom prst="rect">
            <a:avLst/>
          </a:prstGeom>
        </p:spPr>
        <p:txBody>
          <a:bodyPr wrap="square" lIns="0" tIns="144145" rIns="0" bIns="0" rtlCol="0" vert="horz">
            <a:spAutoFit/>
          </a:bodyPr>
          <a:lstStyle/>
          <a:p>
            <a:pPr marL="41275">
              <a:lnSpc>
                <a:spcPct val="100000"/>
              </a:lnSpc>
              <a:spcBef>
                <a:spcPts val="1135"/>
              </a:spcBef>
            </a:pPr>
            <a:r>
              <a:rPr dirty="0" sz="5200" spc="-490">
                <a:latin typeface="Arial Black"/>
                <a:cs typeface="Arial Black"/>
              </a:rPr>
              <a:t>Saves</a:t>
            </a:r>
            <a:r>
              <a:rPr dirty="0" sz="5200" spc="-509">
                <a:latin typeface="Arial Black"/>
                <a:cs typeface="Arial Black"/>
              </a:rPr>
              <a:t> </a:t>
            </a:r>
            <a:r>
              <a:rPr dirty="0" sz="5200" spc="-325">
                <a:latin typeface="Arial Black"/>
                <a:cs typeface="Arial Black"/>
              </a:rPr>
              <a:t>time</a:t>
            </a:r>
            <a:endParaRPr sz="5200">
              <a:latin typeface="Arial Black"/>
              <a:cs typeface="Arial Black"/>
            </a:endParaRPr>
          </a:p>
          <a:p>
            <a:pPr marL="87630">
              <a:lnSpc>
                <a:spcPct val="100000"/>
              </a:lnSpc>
              <a:spcBef>
                <a:spcPts val="1035"/>
              </a:spcBef>
            </a:pPr>
            <a:r>
              <a:rPr dirty="0" sz="5200" spc="-455">
                <a:latin typeface="Arial Black"/>
                <a:cs typeface="Arial Black"/>
              </a:rPr>
              <a:t>Reduces</a:t>
            </a:r>
            <a:r>
              <a:rPr dirty="0" sz="5200" spc="-509">
                <a:latin typeface="Arial Black"/>
                <a:cs typeface="Arial Black"/>
              </a:rPr>
              <a:t> </a:t>
            </a:r>
            <a:r>
              <a:rPr dirty="0" sz="5200" spc="-375">
                <a:latin typeface="Arial Black"/>
                <a:cs typeface="Arial Black"/>
              </a:rPr>
              <a:t>paperwork</a:t>
            </a:r>
            <a:endParaRPr sz="5200">
              <a:latin typeface="Arial Black"/>
              <a:cs typeface="Arial Black"/>
            </a:endParaRPr>
          </a:p>
          <a:p>
            <a:pPr marL="29845" marR="5080" indent="-17780">
              <a:lnSpc>
                <a:spcPct val="116599"/>
              </a:lnSpc>
            </a:pPr>
            <a:r>
              <a:rPr dirty="0" sz="5200" spc="-484">
                <a:latin typeface="Arial Black"/>
                <a:cs typeface="Arial Black"/>
              </a:rPr>
              <a:t>Easy</a:t>
            </a:r>
            <a:r>
              <a:rPr dirty="0" sz="5200" spc="-495">
                <a:latin typeface="Arial Black"/>
                <a:cs typeface="Arial Black"/>
              </a:rPr>
              <a:t> </a:t>
            </a:r>
            <a:r>
              <a:rPr dirty="0" sz="5200" spc="-200">
                <a:latin typeface="Arial Black"/>
                <a:cs typeface="Arial Black"/>
              </a:rPr>
              <a:t>to</a:t>
            </a:r>
            <a:r>
              <a:rPr dirty="0" sz="5200" spc="-495">
                <a:latin typeface="Arial Black"/>
                <a:cs typeface="Arial Black"/>
              </a:rPr>
              <a:t> </a:t>
            </a:r>
            <a:r>
              <a:rPr dirty="0" sz="5200" spc="-190">
                <a:latin typeface="Arial Black"/>
                <a:cs typeface="Arial Black"/>
              </a:rPr>
              <a:t>modify</a:t>
            </a:r>
            <a:r>
              <a:rPr dirty="0" sz="5200" spc="-490">
                <a:latin typeface="Arial Black"/>
                <a:cs typeface="Arial Black"/>
              </a:rPr>
              <a:t> </a:t>
            </a:r>
            <a:r>
              <a:rPr dirty="0" sz="5200" spc="-295">
                <a:latin typeface="Arial Black"/>
                <a:cs typeface="Arial Black"/>
              </a:rPr>
              <a:t>and</a:t>
            </a:r>
            <a:r>
              <a:rPr dirty="0" sz="5200" spc="-495">
                <a:latin typeface="Arial Black"/>
                <a:cs typeface="Arial Black"/>
              </a:rPr>
              <a:t> </a:t>
            </a:r>
            <a:r>
              <a:rPr dirty="0" sz="5200" spc="-390">
                <a:latin typeface="Arial Black"/>
                <a:cs typeface="Arial Black"/>
              </a:rPr>
              <a:t>extend </a:t>
            </a:r>
            <a:r>
              <a:rPr dirty="0" sz="5200" spc="-285">
                <a:latin typeface="Arial Black"/>
                <a:cs typeface="Arial Black"/>
              </a:rPr>
              <a:t>Beginner-</a:t>
            </a:r>
            <a:r>
              <a:rPr dirty="0" sz="5200" spc="-200">
                <a:latin typeface="Arial Black"/>
                <a:cs typeface="Arial Black"/>
              </a:rPr>
              <a:t>friendly</a:t>
            </a:r>
            <a:r>
              <a:rPr dirty="0" sz="5200" spc="-420">
                <a:latin typeface="Arial Black"/>
                <a:cs typeface="Arial Black"/>
              </a:rPr>
              <a:t> </a:t>
            </a:r>
            <a:r>
              <a:rPr dirty="0" sz="5200" spc="-300">
                <a:latin typeface="Arial Black"/>
                <a:cs typeface="Arial Black"/>
              </a:rPr>
              <a:t>project</a:t>
            </a:r>
            <a:endParaRPr sz="5200">
              <a:latin typeface="Arial Black"/>
              <a:cs typeface="Arial Black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60691" rIns="0" bIns="0" rtlCol="0" vert="horz">
            <a:spAutoFit/>
          </a:bodyPr>
          <a:lstStyle/>
          <a:p>
            <a:pPr marL="2707005">
              <a:lnSpc>
                <a:spcPct val="100000"/>
              </a:lnSpc>
              <a:spcBef>
                <a:spcPts val="100"/>
              </a:spcBef>
            </a:pPr>
            <a:r>
              <a:rPr dirty="0" spc="-710"/>
              <a:t>Advantages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8963" y="4293013"/>
            <a:ext cx="228600" cy="2286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8963" y="5216938"/>
            <a:ext cx="228600" cy="2286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8963" y="6140863"/>
            <a:ext cx="228600" cy="22860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8963" y="7064788"/>
            <a:ext cx="228600" cy="228600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1448795" y="3831361"/>
            <a:ext cx="11399520" cy="3721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6599"/>
              </a:lnSpc>
              <a:spcBef>
                <a:spcPts val="100"/>
              </a:spcBef>
            </a:pPr>
            <a:r>
              <a:rPr dirty="0" sz="5200" spc="-250">
                <a:latin typeface="Arial Black"/>
                <a:cs typeface="Arial Black"/>
              </a:rPr>
              <a:t>Add</a:t>
            </a:r>
            <a:r>
              <a:rPr dirty="0" sz="5200" spc="-495">
                <a:latin typeface="Arial Black"/>
                <a:cs typeface="Arial Black"/>
              </a:rPr>
              <a:t> </a:t>
            </a:r>
            <a:r>
              <a:rPr dirty="0" sz="5200" spc="-220">
                <a:latin typeface="Arial Black"/>
                <a:cs typeface="Arial Black"/>
              </a:rPr>
              <a:t>file</a:t>
            </a:r>
            <a:r>
              <a:rPr dirty="0" sz="5200" spc="-490">
                <a:latin typeface="Arial Black"/>
                <a:cs typeface="Arial Black"/>
              </a:rPr>
              <a:t> </a:t>
            </a:r>
            <a:r>
              <a:rPr dirty="0" sz="5200" spc="-285">
                <a:latin typeface="Arial Black"/>
                <a:cs typeface="Arial Black"/>
              </a:rPr>
              <a:t>handling</a:t>
            </a:r>
            <a:r>
              <a:rPr dirty="0" sz="5200" spc="-490">
                <a:latin typeface="Arial Black"/>
                <a:cs typeface="Arial Black"/>
              </a:rPr>
              <a:t> </a:t>
            </a:r>
            <a:r>
              <a:rPr dirty="0" sz="5200" spc="-200">
                <a:latin typeface="Arial Black"/>
                <a:cs typeface="Arial Black"/>
              </a:rPr>
              <a:t>to</a:t>
            </a:r>
            <a:r>
              <a:rPr dirty="0" sz="5200" spc="-490">
                <a:latin typeface="Arial Black"/>
                <a:cs typeface="Arial Black"/>
              </a:rPr>
              <a:t> </a:t>
            </a:r>
            <a:r>
              <a:rPr dirty="0" sz="5200" spc="-470">
                <a:latin typeface="Arial Black"/>
                <a:cs typeface="Arial Black"/>
              </a:rPr>
              <a:t>save</a:t>
            </a:r>
            <a:r>
              <a:rPr dirty="0" sz="5200" spc="-490">
                <a:latin typeface="Arial Black"/>
                <a:cs typeface="Arial Black"/>
              </a:rPr>
              <a:t> </a:t>
            </a:r>
            <a:r>
              <a:rPr dirty="0" sz="5200" spc="-365">
                <a:latin typeface="Arial Black"/>
                <a:cs typeface="Arial Black"/>
              </a:rPr>
              <a:t>data </a:t>
            </a:r>
            <a:r>
              <a:rPr dirty="0" sz="5200" spc="-335">
                <a:latin typeface="Arial Black"/>
                <a:cs typeface="Arial Black"/>
              </a:rPr>
              <a:t>Automatic</a:t>
            </a:r>
            <a:r>
              <a:rPr dirty="0" sz="5200" spc="-495">
                <a:latin typeface="Arial Black"/>
                <a:cs typeface="Arial Black"/>
              </a:rPr>
              <a:t> </a:t>
            </a:r>
            <a:r>
              <a:rPr dirty="0" sz="5200" spc="-335">
                <a:latin typeface="Arial Black"/>
                <a:cs typeface="Arial Black"/>
              </a:rPr>
              <a:t>date</a:t>
            </a:r>
            <a:r>
              <a:rPr dirty="0" sz="5200" spc="-495">
                <a:latin typeface="Arial Black"/>
                <a:cs typeface="Arial Black"/>
              </a:rPr>
              <a:t> </a:t>
            </a:r>
            <a:r>
              <a:rPr dirty="0" sz="5200" spc="-295">
                <a:latin typeface="Arial Black"/>
                <a:cs typeface="Arial Black"/>
              </a:rPr>
              <a:t>and</a:t>
            </a:r>
            <a:r>
              <a:rPr dirty="0" sz="5200" spc="-495">
                <a:latin typeface="Arial Black"/>
                <a:cs typeface="Arial Black"/>
              </a:rPr>
              <a:t> </a:t>
            </a:r>
            <a:r>
              <a:rPr dirty="0" sz="5200" spc="-305">
                <a:latin typeface="Arial Black"/>
                <a:cs typeface="Arial Black"/>
              </a:rPr>
              <a:t>day</a:t>
            </a:r>
            <a:r>
              <a:rPr dirty="0" sz="5200" spc="-490">
                <a:latin typeface="Arial Black"/>
                <a:cs typeface="Arial Black"/>
              </a:rPr>
              <a:t> </a:t>
            </a:r>
            <a:r>
              <a:rPr dirty="0" sz="5200" spc="-340">
                <a:latin typeface="Arial Black"/>
                <a:cs typeface="Arial Black"/>
              </a:rPr>
              <a:t>generation </a:t>
            </a:r>
            <a:r>
              <a:rPr dirty="0" sz="5200" spc="-190">
                <a:latin typeface="Arial Black"/>
                <a:cs typeface="Arial Black"/>
              </a:rPr>
              <a:t>Monthly</a:t>
            </a:r>
            <a:r>
              <a:rPr dirty="0" sz="5200" spc="-470">
                <a:latin typeface="Arial Black"/>
                <a:cs typeface="Arial Black"/>
              </a:rPr>
              <a:t> </a:t>
            </a:r>
            <a:r>
              <a:rPr dirty="0" sz="5200" spc="-350">
                <a:latin typeface="Arial Black"/>
                <a:cs typeface="Arial Black"/>
              </a:rPr>
              <a:t>attendance</a:t>
            </a:r>
            <a:r>
              <a:rPr dirty="0" sz="5200" spc="-470">
                <a:latin typeface="Arial Black"/>
                <a:cs typeface="Arial Black"/>
              </a:rPr>
              <a:t> </a:t>
            </a:r>
            <a:r>
              <a:rPr dirty="0" sz="5200" spc="-10">
                <a:latin typeface="Arial Black"/>
                <a:cs typeface="Arial Black"/>
              </a:rPr>
              <a:t>report</a:t>
            </a:r>
            <a:endParaRPr sz="52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dirty="0" sz="5200" spc="-160">
                <a:latin typeface="Arial Black"/>
                <a:cs typeface="Arial Black"/>
              </a:rPr>
              <a:t>Menu-</a:t>
            </a:r>
            <a:r>
              <a:rPr dirty="0" sz="5200" spc="-245">
                <a:latin typeface="Arial Black"/>
                <a:cs typeface="Arial Black"/>
              </a:rPr>
              <a:t>driven</a:t>
            </a:r>
            <a:r>
              <a:rPr dirty="0" sz="5200" spc="-450">
                <a:latin typeface="Arial Black"/>
                <a:cs typeface="Arial Black"/>
              </a:rPr>
              <a:t> </a:t>
            </a:r>
            <a:r>
              <a:rPr dirty="0" sz="5200" spc="-420">
                <a:latin typeface="Arial Black"/>
                <a:cs typeface="Arial Black"/>
              </a:rPr>
              <a:t>system</a:t>
            </a:r>
            <a:endParaRPr sz="5200">
              <a:latin typeface="Arial Black"/>
              <a:cs typeface="Arial Black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10074" rIns="0" bIns="0" rtlCol="0" vert="horz">
            <a:spAutoFit/>
          </a:bodyPr>
          <a:lstStyle/>
          <a:p>
            <a:pPr marL="1580515">
              <a:lnSpc>
                <a:spcPct val="100000"/>
              </a:lnSpc>
              <a:spcBef>
                <a:spcPts val="100"/>
              </a:spcBef>
            </a:pPr>
            <a:r>
              <a:rPr dirty="0" spc="-540"/>
              <a:t>Future</a:t>
            </a:r>
            <a:r>
              <a:rPr dirty="0" spc="-875"/>
              <a:t> </a:t>
            </a:r>
            <a:r>
              <a:rPr dirty="0" spc="-690"/>
              <a:t>Enhancements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75" y="3657599"/>
            <a:ext cx="228600" cy="2286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75" y="4581524"/>
            <a:ext cx="228600" cy="2286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75" y="5505449"/>
            <a:ext cx="228600" cy="22860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75" y="6429374"/>
            <a:ext cx="228600" cy="228600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1109906" y="3195948"/>
            <a:ext cx="14700250" cy="3721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6599"/>
              </a:lnSpc>
              <a:spcBef>
                <a:spcPts val="100"/>
              </a:spcBef>
            </a:pPr>
            <a:r>
              <a:rPr dirty="0" sz="5200" spc="-450">
                <a:latin typeface="Arial Black"/>
                <a:cs typeface="Arial Black"/>
              </a:rPr>
              <a:t>The</a:t>
            </a:r>
            <a:r>
              <a:rPr dirty="0" sz="5200" spc="-490">
                <a:latin typeface="Arial Black"/>
                <a:cs typeface="Arial Black"/>
              </a:rPr>
              <a:t> </a:t>
            </a:r>
            <a:r>
              <a:rPr dirty="0" sz="5200" spc="-290">
                <a:latin typeface="Arial Black"/>
                <a:cs typeface="Arial Black"/>
              </a:rPr>
              <a:t>project</a:t>
            </a:r>
            <a:r>
              <a:rPr dirty="0" sz="5200" spc="-490">
                <a:latin typeface="Arial Black"/>
                <a:cs typeface="Arial Black"/>
              </a:rPr>
              <a:t> </a:t>
            </a:r>
            <a:r>
              <a:rPr dirty="0" sz="5200" spc="-375">
                <a:latin typeface="Arial Black"/>
                <a:cs typeface="Arial Black"/>
              </a:rPr>
              <a:t>successfully</a:t>
            </a:r>
            <a:r>
              <a:rPr dirty="0" sz="5200" spc="-490">
                <a:latin typeface="Arial Black"/>
                <a:cs typeface="Arial Black"/>
              </a:rPr>
              <a:t> </a:t>
            </a:r>
            <a:r>
              <a:rPr dirty="0" sz="5200" spc="-470">
                <a:latin typeface="Arial Black"/>
                <a:cs typeface="Arial Black"/>
              </a:rPr>
              <a:t>manages</a:t>
            </a:r>
            <a:r>
              <a:rPr dirty="0" sz="5200" spc="-490">
                <a:latin typeface="Arial Black"/>
                <a:cs typeface="Arial Black"/>
              </a:rPr>
              <a:t> </a:t>
            </a:r>
            <a:r>
              <a:rPr dirty="0" sz="5200" spc="-360">
                <a:latin typeface="Arial Black"/>
                <a:cs typeface="Arial Black"/>
              </a:rPr>
              <a:t>attendance </a:t>
            </a:r>
            <a:r>
              <a:rPr dirty="0" sz="5200" spc="-345">
                <a:latin typeface="Arial Black"/>
                <a:cs typeface="Arial Black"/>
              </a:rPr>
              <a:t>Demonstrates</a:t>
            </a:r>
            <a:r>
              <a:rPr dirty="0" sz="5200" spc="-495">
                <a:latin typeface="Arial Black"/>
                <a:cs typeface="Arial Black"/>
              </a:rPr>
              <a:t> </a:t>
            </a:r>
            <a:r>
              <a:rPr dirty="0" sz="5200" spc="-425">
                <a:latin typeface="Arial Black"/>
                <a:cs typeface="Arial Black"/>
              </a:rPr>
              <a:t>basic</a:t>
            </a:r>
            <a:r>
              <a:rPr dirty="0" sz="5200" spc="-495">
                <a:latin typeface="Arial Black"/>
                <a:cs typeface="Arial Black"/>
              </a:rPr>
              <a:t> </a:t>
            </a:r>
            <a:r>
              <a:rPr dirty="0" sz="5200" spc="-450">
                <a:latin typeface="Arial Black"/>
                <a:cs typeface="Arial Black"/>
              </a:rPr>
              <a:t>C</a:t>
            </a:r>
            <a:r>
              <a:rPr dirty="0" sz="5200" spc="-490">
                <a:latin typeface="Arial Black"/>
                <a:cs typeface="Arial Black"/>
              </a:rPr>
              <a:t> </a:t>
            </a:r>
            <a:r>
              <a:rPr dirty="0" sz="5200" spc="-330">
                <a:latin typeface="Arial Black"/>
                <a:cs typeface="Arial Black"/>
              </a:rPr>
              <a:t>programming</a:t>
            </a:r>
            <a:r>
              <a:rPr dirty="0" sz="5200" spc="-495">
                <a:latin typeface="Arial Black"/>
                <a:cs typeface="Arial Black"/>
              </a:rPr>
              <a:t> </a:t>
            </a:r>
            <a:r>
              <a:rPr dirty="0" sz="5200" spc="-380">
                <a:latin typeface="Arial Black"/>
                <a:cs typeface="Arial Black"/>
              </a:rPr>
              <a:t>concepts </a:t>
            </a:r>
            <a:r>
              <a:rPr dirty="0" sz="5200" spc="-320">
                <a:latin typeface="Arial Black"/>
                <a:cs typeface="Arial Black"/>
              </a:rPr>
              <a:t>Useful</a:t>
            </a:r>
            <a:r>
              <a:rPr dirty="0" sz="5200" spc="-490">
                <a:latin typeface="Arial Black"/>
                <a:cs typeface="Arial Black"/>
              </a:rPr>
              <a:t> </a:t>
            </a:r>
            <a:r>
              <a:rPr dirty="0" sz="5200" spc="-140">
                <a:latin typeface="Arial Black"/>
                <a:cs typeface="Arial Black"/>
              </a:rPr>
              <a:t>for</a:t>
            </a:r>
            <a:r>
              <a:rPr dirty="0" sz="5200" spc="-490">
                <a:latin typeface="Arial Black"/>
                <a:cs typeface="Arial Black"/>
              </a:rPr>
              <a:t> </a:t>
            </a:r>
            <a:r>
              <a:rPr dirty="0" sz="5200" spc="-434">
                <a:latin typeface="Arial Black"/>
                <a:cs typeface="Arial Black"/>
              </a:rPr>
              <a:t>academic</a:t>
            </a:r>
            <a:r>
              <a:rPr dirty="0" sz="5200" spc="-490">
                <a:latin typeface="Arial Black"/>
                <a:cs typeface="Arial Black"/>
              </a:rPr>
              <a:t> </a:t>
            </a:r>
            <a:r>
              <a:rPr dirty="0" sz="5200" spc="-295">
                <a:latin typeface="Arial Black"/>
                <a:cs typeface="Arial Black"/>
              </a:rPr>
              <a:t>and</a:t>
            </a:r>
            <a:r>
              <a:rPr dirty="0" sz="5200" spc="-484">
                <a:latin typeface="Arial Black"/>
                <a:cs typeface="Arial Black"/>
              </a:rPr>
              <a:t> </a:t>
            </a:r>
            <a:r>
              <a:rPr dirty="0" sz="5200" spc="-315">
                <a:latin typeface="Arial Black"/>
                <a:cs typeface="Arial Black"/>
              </a:rPr>
              <a:t>learning</a:t>
            </a:r>
            <a:r>
              <a:rPr dirty="0" sz="5200" spc="-490">
                <a:latin typeface="Arial Black"/>
                <a:cs typeface="Arial Black"/>
              </a:rPr>
              <a:t> </a:t>
            </a:r>
            <a:r>
              <a:rPr dirty="0" sz="5200" spc="-330">
                <a:latin typeface="Arial Black"/>
                <a:cs typeface="Arial Black"/>
              </a:rPr>
              <a:t>purposes </a:t>
            </a:r>
            <a:r>
              <a:rPr dirty="0" sz="5200" spc="-395">
                <a:latin typeface="Arial Black"/>
                <a:cs typeface="Arial Black"/>
              </a:rPr>
              <a:t>Can</a:t>
            </a:r>
            <a:r>
              <a:rPr dirty="0" sz="5200" spc="-490">
                <a:latin typeface="Arial Black"/>
                <a:cs typeface="Arial Black"/>
              </a:rPr>
              <a:t> </a:t>
            </a:r>
            <a:r>
              <a:rPr dirty="0" sz="5200" spc="-300">
                <a:latin typeface="Arial Black"/>
                <a:cs typeface="Arial Black"/>
              </a:rPr>
              <a:t>be</a:t>
            </a:r>
            <a:r>
              <a:rPr dirty="0" sz="5200" spc="-490">
                <a:latin typeface="Arial Black"/>
                <a:cs typeface="Arial Black"/>
              </a:rPr>
              <a:t> </a:t>
            </a:r>
            <a:r>
              <a:rPr dirty="0" sz="5200" spc="-355">
                <a:latin typeface="Arial Black"/>
                <a:cs typeface="Arial Black"/>
              </a:rPr>
              <a:t>enhanced</a:t>
            </a:r>
            <a:r>
              <a:rPr dirty="0" sz="5200" spc="-490">
                <a:latin typeface="Arial Black"/>
                <a:cs typeface="Arial Black"/>
              </a:rPr>
              <a:t> </a:t>
            </a:r>
            <a:r>
              <a:rPr dirty="0" sz="5200" spc="-140">
                <a:latin typeface="Arial Black"/>
                <a:cs typeface="Arial Black"/>
              </a:rPr>
              <a:t>for</a:t>
            </a:r>
            <a:r>
              <a:rPr dirty="0" sz="5200" spc="-490">
                <a:latin typeface="Arial Black"/>
                <a:cs typeface="Arial Black"/>
              </a:rPr>
              <a:t> </a:t>
            </a:r>
            <a:r>
              <a:rPr dirty="0" sz="5200" spc="-235">
                <a:latin typeface="Arial Black"/>
                <a:cs typeface="Arial Black"/>
              </a:rPr>
              <a:t>real-</a:t>
            </a:r>
            <a:r>
              <a:rPr dirty="0" sz="5200" spc="-300">
                <a:latin typeface="Arial Black"/>
                <a:cs typeface="Arial Black"/>
              </a:rPr>
              <a:t>world</a:t>
            </a:r>
            <a:r>
              <a:rPr dirty="0" sz="5200" spc="-490">
                <a:latin typeface="Arial Black"/>
                <a:cs typeface="Arial Black"/>
              </a:rPr>
              <a:t> </a:t>
            </a:r>
            <a:r>
              <a:rPr dirty="0" sz="5200" spc="-465">
                <a:latin typeface="Arial Black"/>
                <a:cs typeface="Arial Black"/>
              </a:rPr>
              <a:t>use</a:t>
            </a:r>
            <a:endParaRPr sz="5200">
              <a:latin typeface="Arial Black"/>
              <a:cs typeface="Arial Black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27957" rIns="0" bIns="0" rtlCol="0" vert="horz">
            <a:spAutoFit/>
          </a:bodyPr>
          <a:lstStyle/>
          <a:p>
            <a:pPr marL="3038475">
              <a:lnSpc>
                <a:spcPct val="100000"/>
              </a:lnSpc>
              <a:spcBef>
                <a:spcPts val="100"/>
              </a:spcBef>
            </a:pPr>
            <a:r>
              <a:rPr dirty="0" spc="-565"/>
              <a:t>Conclusion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33670" y="3016992"/>
            <a:ext cx="5888990" cy="14274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825"/>
              <a:t>Thank</a:t>
            </a:r>
            <a:r>
              <a:rPr dirty="0" spc="-885"/>
              <a:t> </a:t>
            </a:r>
            <a:r>
              <a:rPr dirty="0" spc="-1480"/>
              <a:t>Y</a:t>
            </a:r>
            <a:r>
              <a:rPr dirty="0" spc="-705"/>
              <a:t>o</a:t>
            </a:r>
            <a:r>
              <a:rPr dirty="0" spc="-695"/>
              <a:t>u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973304" y="5979747"/>
            <a:ext cx="9713595" cy="3721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 indent="-1270">
              <a:lnSpc>
                <a:spcPct val="116599"/>
              </a:lnSpc>
              <a:spcBef>
                <a:spcPts val="100"/>
              </a:spcBef>
            </a:pPr>
            <a:r>
              <a:rPr dirty="0" sz="5200" spc="-355">
                <a:latin typeface="Arial Black"/>
                <a:cs typeface="Arial Black"/>
              </a:rPr>
              <a:t>G.Neeraja-</a:t>
            </a:r>
            <a:r>
              <a:rPr dirty="0" sz="5200" spc="-400">
                <a:latin typeface="Arial Black"/>
                <a:cs typeface="Arial Black"/>
              </a:rPr>
              <a:t>25A31A04K0 </a:t>
            </a:r>
            <a:r>
              <a:rPr dirty="0" sz="5200" spc="-434">
                <a:latin typeface="Arial Black"/>
                <a:cs typeface="Arial Black"/>
              </a:rPr>
              <a:t>G.Rishika</a:t>
            </a:r>
            <a:r>
              <a:rPr dirty="0" sz="5200" spc="-415">
                <a:latin typeface="Arial Black"/>
                <a:cs typeface="Arial Black"/>
              </a:rPr>
              <a:t> </a:t>
            </a:r>
            <a:r>
              <a:rPr dirty="0" sz="5200" spc="-225">
                <a:latin typeface="Arial Black"/>
                <a:cs typeface="Arial Black"/>
              </a:rPr>
              <a:t>priyani-</a:t>
            </a:r>
            <a:r>
              <a:rPr dirty="0" sz="5200" spc="-490">
                <a:latin typeface="Arial Black"/>
                <a:cs typeface="Arial Black"/>
              </a:rPr>
              <a:t>25A31A04K1 </a:t>
            </a:r>
            <a:r>
              <a:rPr dirty="0" sz="5200" spc="-330">
                <a:latin typeface="Arial Black"/>
                <a:cs typeface="Arial Black"/>
              </a:rPr>
              <a:t>D.Surya</a:t>
            </a:r>
            <a:r>
              <a:rPr dirty="0" sz="5200" spc="-495">
                <a:latin typeface="Arial Black"/>
                <a:cs typeface="Arial Black"/>
              </a:rPr>
              <a:t> </a:t>
            </a:r>
            <a:r>
              <a:rPr dirty="0" sz="5200" spc="-290">
                <a:latin typeface="Arial Black"/>
                <a:cs typeface="Arial Black"/>
              </a:rPr>
              <a:t>sohan-</a:t>
            </a:r>
            <a:r>
              <a:rPr dirty="0" sz="5200" spc="-420">
                <a:latin typeface="Arial Black"/>
                <a:cs typeface="Arial Black"/>
              </a:rPr>
              <a:t>25A31A04M7 </a:t>
            </a:r>
            <a:r>
              <a:rPr dirty="0" sz="5200" spc="-355">
                <a:latin typeface="Arial Black"/>
                <a:cs typeface="Arial Black"/>
              </a:rPr>
              <a:t>G.H.Ch.Shekhar-</a:t>
            </a:r>
            <a:r>
              <a:rPr dirty="0" sz="5200" spc="-370">
                <a:latin typeface="Arial Black"/>
                <a:cs typeface="Arial Black"/>
              </a:rPr>
              <a:t>25A31A04M8</a:t>
            </a:r>
            <a:endParaRPr sz="52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sandhya</dc:creator>
  <cp:keywords>DAG8sWw3QwY,BAG8sS2ExfA,0</cp:keywords>
  <dc:title>STUDENT ATTENDANCE MANAGEMENT SYSTEM</dc:title>
  <dcterms:created xsi:type="dcterms:W3CDTF">2025-12-27T16:11:57Z</dcterms:created>
  <dcterms:modified xsi:type="dcterms:W3CDTF">2025-12-27T16:11:57Z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2025-12-27T00:00:00Z</vt:filetime>
  </property>
  <property fmtid="{D5CDD505-2E9C-101B-9397-08002B2CF9AE}" pid="3" name="Creator">
    <vt:lpwstr>Canva</vt:lpwstr>
  </property>
  <property fmtid="{D5CDD505-2E9C-101B-9397-08002B2CF9AE}" pid="4" name="LastSaved">
    <vt:filetime>2025-12-27T00:00:00Z</vt:filetime>
  </property>
  <property fmtid="{D5CDD505-2E9C-101B-9397-08002B2CF9AE}" pid="5" name="Producer">
    <vt:lpwstr>3-Heights(TM) PDF Security Shell 4.8.25.2 (http://www.pdf-tools.com)</vt:lpwstr>
  </property>
</Properties>
</file>